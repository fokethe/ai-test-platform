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1963" r:id="rId2"/>
    <p:sldId id="258" r:id="rId3"/>
    <p:sldId id="1994" r:id="rId4"/>
    <p:sldId id="1995" r:id="rId5"/>
    <p:sldId id="1996" r:id="rId6"/>
    <p:sldId id="1997" r:id="rId7"/>
    <p:sldId id="1998" r:id="rId8"/>
    <p:sldId id="1999" r:id="rId9"/>
    <p:sldId id="2000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ABFC"/>
    <a:srgbClr val="0E6EB8"/>
    <a:srgbClr val="2DA8F3"/>
    <a:srgbClr val="5E9CCD"/>
    <a:srgbClr val="2B80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56" autoAdjust="0"/>
    <p:restoredTop sz="86483" autoAdjust="0"/>
  </p:normalViewPr>
  <p:slideViewPr>
    <p:cSldViewPr snapToGrid="0">
      <p:cViewPr varScale="1">
        <p:scale>
          <a:sx n="67" d="100"/>
          <a:sy n="67" d="100"/>
        </p:scale>
        <p:origin x="38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3EDCB-DFAA-4061-9E7E-DE438029C16A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1661A-65E6-43C0-BBA1-A029C3198D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-788931"/>
            <a:ext cx="13388252" cy="9181103"/>
            <a:chOff x="0" y="-788931"/>
            <a:chExt cx="13388252" cy="9181103"/>
          </a:xfrm>
        </p:grpSpPr>
        <p:sp>
          <p:nvSpPr>
            <p:cNvPr id="25" name="矩形 24"/>
            <p:cNvSpPr/>
            <p:nvPr userDrawn="1"/>
          </p:nvSpPr>
          <p:spPr bwMode="auto">
            <a:xfrm>
              <a:off x="0" y="0"/>
              <a:ext cx="12192001" cy="6858001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accent1"/>
                </a:gs>
              </a:gsLst>
              <a:lin ang="0" scaled="1"/>
              <a:tileRect/>
            </a:gra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5041233"/>
              <a:ext cx="1878446" cy="1816770"/>
              <a:chOff x="0" y="5037829"/>
              <a:chExt cx="1881964" cy="1820171"/>
            </a:xfrm>
          </p:grpSpPr>
          <p:sp>
            <p:nvSpPr>
              <p:cNvPr id="19" name="任意多边形: 形状 18"/>
              <p:cNvSpPr/>
              <p:nvPr/>
            </p:nvSpPr>
            <p:spPr bwMode="auto">
              <a:xfrm>
                <a:off x="0" y="5037829"/>
                <a:ext cx="637048" cy="1286288"/>
              </a:xfrm>
              <a:custGeom>
                <a:avLst/>
                <a:gdLst>
                  <a:gd name="connsiteX0" fmla="*/ 0 w 637048"/>
                  <a:gd name="connsiteY0" fmla="*/ 0 h 1286288"/>
                  <a:gd name="connsiteX1" fmla="*/ 24119 w 637048"/>
                  <a:gd name="connsiteY1" fmla="*/ 4691 h 1286288"/>
                  <a:gd name="connsiteX2" fmla="*/ 50886 w 637048"/>
                  <a:gd name="connsiteY2" fmla="*/ 22467 h 1286288"/>
                  <a:gd name="connsiteX3" fmla="*/ 613366 w 637048"/>
                  <a:gd name="connsiteY3" fmla="*/ 585372 h 1286288"/>
                  <a:gd name="connsiteX4" fmla="*/ 613366 w 637048"/>
                  <a:gd name="connsiteY4" fmla="*/ 700916 h 1286288"/>
                  <a:gd name="connsiteX5" fmla="*/ 50886 w 637048"/>
                  <a:gd name="connsiteY5" fmla="*/ 1263821 h 1286288"/>
                  <a:gd name="connsiteX6" fmla="*/ 24119 w 637048"/>
                  <a:gd name="connsiteY6" fmla="*/ 1281597 h 1286288"/>
                  <a:gd name="connsiteX7" fmla="*/ 0 w 637048"/>
                  <a:gd name="connsiteY7" fmla="*/ 1286288 h 128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048" h="1286288">
                    <a:moveTo>
                      <a:pt x="0" y="0"/>
                    </a:moveTo>
                    <a:lnTo>
                      <a:pt x="24119" y="4691"/>
                    </a:lnTo>
                    <a:cubicBezTo>
                      <a:pt x="33864" y="8641"/>
                      <a:pt x="42992" y="14566"/>
                      <a:pt x="50886" y="22467"/>
                    </a:cubicBezTo>
                    <a:cubicBezTo>
                      <a:pt x="613366" y="585372"/>
                      <a:pt x="613366" y="585372"/>
                      <a:pt x="613366" y="585372"/>
                    </a:cubicBezTo>
                    <a:cubicBezTo>
                      <a:pt x="644943" y="616974"/>
                      <a:pt x="644943" y="669314"/>
                      <a:pt x="613366" y="700916"/>
                    </a:cubicBezTo>
                    <a:cubicBezTo>
                      <a:pt x="50886" y="1263821"/>
                      <a:pt x="50886" y="1263821"/>
                      <a:pt x="50886" y="1263821"/>
                    </a:cubicBezTo>
                    <a:cubicBezTo>
                      <a:pt x="42992" y="1271722"/>
                      <a:pt x="33864" y="1277647"/>
                      <a:pt x="24119" y="1281597"/>
                    </a:cubicBezTo>
                    <a:lnTo>
                      <a:pt x="0" y="1286288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 bwMode="auto">
              <a:xfrm>
                <a:off x="0" y="5823052"/>
                <a:ext cx="1881964" cy="1034948"/>
              </a:xfrm>
              <a:custGeom>
                <a:avLst/>
                <a:gdLst>
                  <a:gd name="connsiteX0" fmla="*/ 837406 w 1881964"/>
                  <a:gd name="connsiteY0" fmla="*/ 0 h 1034948"/>
                  <a:gd name="connsiteX1" fmla="*/ 930563 w 1881964"/>
                  <a:gd name="connsiteY1" fmla="*/ 38578 h 1034948"/>
                  <a:gd name="connsiteX2" fmla="*/ 1846080 w 1881964"/>
                  <a:gd name="connsiteY2" fmla="*/ 954788 h 1034948"/>
                  <a:gd name="connsiteX3" fmla="*/ 1874991 w 1881964"/>
                  <a:gd name="connsiteY3" fmla="*/ 998639 h 1034948"/>
                  <a:gd name="connsiteX4" fmla="*/ 1881964 w 1881964"/>
                  <a:gd name="connsiteY4" fmla="*/ 1034948 h 1034948"/>
                  <a:gd name="connsiteX5" fmla="*/ 0 w 1881964"/>
                  <a:gd name="connsiteY5" fmla="*/ 1034948 h 1034948"/>
                  <a:gd name="connsiteX6" fmla="*/ 0 w 1881964"/>
                  <a:gd name="connsiteY6" fmla="*/ 783389 h 1034948"/>
                  <a:gd name="connsiteX7" fmla="*/ 130924 w 1881964"/>
                  <a:gd name="connsiteY7" fmla="*/ 652367 h 1034948"/>
                  <a:gd name="connsiteX8" fmla="*/ 744248 w 1881964"/>
                  <a:gd name="connsiteY8" fmla="*/ 38578 h 1034948"/>
                  <a:gd name="connsiteX9" fmla="*/ 837406 w 1881964"/>
                  <a:gd name="connsiteY9" fmla="*/ 0 h 103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1964" h="1034948">
                    <a:moveTo>
                      <a:pt x="837406" y="0"/>
                    </a:moveTo>
                    <a:cubicBezTo>
                      <a:pt x="871135" y="0"/>
                      <a:pt x="904865" y="12860"/>
                      <a:pt x="930563" y="38578"/>
                    </a:cubicBezTo>
                    <a:cubicBezTo>
                      <a:pt x="1846080" y="954788"/>
                      <a:pt x="1846080" y="954788"/>
                      <a:pt x="1846080" y="954788"/>
                    </a:cubicBezTo>
                    <a:cubicBezTo>
                      <a:pt x="1858929" y="967647"/>
                      <a:pt x="1868566" y="982616"/>
                      <a:pt x="1874991" y="998639"/>
                    </a:cubicBezTo>
                    <a:lnTo>
                      <a:pt x="1881964" y="1034948"/>
                    </a:lnTo>
                    <a:lnTo>
                      <a:pt x="0" y="1034948"/>
                    </a:lnTo>
                    <a:lnTo>
                      <a:pt x="0" y="783389"/>
                    </a:lnTo>
                    <a:lnTo>
                      <a:pt x="130924" y="652367"/>
                    </a:lnTo>
                    <a:cubicBezTo>
                      <a:pt x="744248" y="38578"/>
                      <a:pt x="744248" y="38578"/>
                      <a:pt x="744248" y="38578"/>
                    </a:cubicBezTo>
                    <a:cubicBezTo>
                      <a:pt x="769947" y="12860"/>
                      <a:pt x="803676" y="0"/>
                      <a:pt x="83740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95805" y="-788931"/>
              <a:ext cx="8392447" cy="9181103"/>
              <a:chOff x="4995805" y="-788931"/>
              <a:chExt cx="8392447" cy="9181103"/>
            </a:xfrm>
          </p:grpSpPr>
          <p:sp>
            <p:nvSpPr>
              <p:cNvPr id="15" name="任意多边形: 形状 14"/>
              <p:cNvSpPr/>
              <p:nvPr/>
            </p:nvSpPr>
            <p:spPr bwMode="auto">
              <a:xfrm>
                <a:off x="6838950" y="723900"/>
                <a:ext cx="1211115" cy="1212952"/>
              </a:xfrm>
              <a:custGeom>
                <a:avLst/>
                <a:gdLst>
                  <a:gd name="T0" fmla="*/ 1288 w 1320"/>
                  <a:gd name="T1" fmla="*/ 719 h 1321"/>
                  <a:gd name="T2" fmla="*/ 718 w 1320"/>
                  <a:gd name="T3" fmla="*/ 1289 h 1321"/>
                  <a:gd name="T4" fmla="*/ 602 w 1320"/>
                  <a:gd name="T5" fmla="*/ 1289 h 1321"/>
                  <a:gd name="T6" fmla="*/ 32 w 1320"/>
                  <a:gd name="T7" fmla="*/ 719 h 1321"/>
                  <a:gd name="T8" fmla="*/ 32 w 1320"/>
                  <a:gd name="T9" fmla="*/ 602 h 1321"/>
                  <a:gd name="T10" fmla="*/ 602 w 1320"/>
                  <a:gd name="T11" fmla="*/ 32 h 1321"/>
                  <a:gd name="T12" fmla="*/ 718 w 1320"/>
                  <a:gd name="T13" fmla="*/ 32 h 1321"/>
                  <a:gd name="T14" fmla="*/ 1288 w 1320"/>
                  <a:gd name="T15" fmla="*/ 602 h 1321"/>
                  <a:gd name="T16" fmla="*/ 1288 w 1320"/>
                  <a:gd name="T17" fmla="*/ 719 h 1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0" h="1321">
                    <a:moveTo>
                      <a:pt x="1288" y="719"/>
                    </a:moveTo>
                    <a:cubicBezTo>
                      <a:pt x="718" y="1289"/>
                      <a:pt x="718" y="1289"/>
                      <a:pt x="718" y="1289"/>
                    </a:cubicBezTo>
                    <a:cubicBezTo>
                      <a:pt x="686" y="1321"/>
                      <a:pt x="634" y="1321"/>
                      <a:pt x="602" y="1289"/>
                    </a:cubicBezTo>
                    <a:cubicBezTo>
                      <a:pt x="32" y="719"/>
                      <a:pt x="32" y="719"/>
                      <a:pt x="32" y="719"/>
                    </a:cubicBezTo>
                    <a:cubicBezTo>
                      <a:pt x="0" y="687"/>
                      <a:pt x="0" y="634"/>
                      <a:pt x="32" y="602"/>
                    </a:cubicBezTo>
                    <a:cubicBezTo>
                      <a:pt x="602" y="32"/>
                      <a:pt x="602" y="32"/>
                      <a:pt x="602" y="32"/>
                    </a:cubicBezTo>
                    <a:cubicBezTo>
                      <a:pt x="634" y="0"/>
                      <a:pt x="686" y="0"/>
                      <a:pt x="718" y="32"/>
                    </a:cubicBezTo>
                    <a:cubicBezTo>
                      <a:pt x="1288" y="602"/>
                      <a:pt x="1288" y="602"/>
                      <a:pt x="1288" y="602"/>
                    </a:cubicBezTo>
                    <a:cubicBezTo>
                      <a:pt x="1320" y="634"/>
                      <a:pt x="1320" y="687"/>
                      <a:pt x="1288" y="719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 bwMode="auto">
              <a:xfrm>
                <a:off x="10221913" y="5181600"/>
                <a:ext cx="1970088" cy="1676400"/>
              </a:xfrm>
              <a:custGeom>
                <a:avLst/>
                <a:gdLst>
                  <a:gd name="T0" fmla="*/ 1241 w 1241"/>
                  <a:gd name="T1" fmla="*/ 1056 h 1056"/>
                  <a:gd name="T2" fmla="*/ 1241 w 1241"/>
                  <a:gd name="T3" fmla="*/ 138 h 1056"/>
                  <a:gd name="T4" fmla="*/ 1132 w 1241"/>
                  <a:gd name="T5" fmla="*/ 30 h 1056"/>
                  <a:gd name="T6" fmla="*/ 1026 w 1241"/>
                  <a:gd name="T7" fmla="*/ 30 h 1056"/>
                  <a:gd name="T8" fmla="*/ 0 w 1241"/>
                  <a:gd name="T9" fmla="*/ 1056 h 1056"/>
                  <a:gd name="T10" fmla="*/ 1241 w 1241"/>
                  <a:gd name="T11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1" h="1056">
                    <a:moveTo>
                      <a:pt x="1241" y="1056"/>
                    </a:moveTo>
                    <a:cubicBezTo>
                      <a:pt x="1241" y="138"/>
                      <a:pt x="1241" y="138"/>
                      <a:pt x="1241" y="138"/>
                    </a:cubicBezTo>
                    <a:cubicBezTo>
                      <a:pt x="1132" y="30"/>
                      <a:pt x="1132" y="30"/>
                      <a:pt x="1132" y="30"/>
                    </a:cubicBezTo>
                    <a:cubicBezTo>
                      <a:pt x="1103" y="0"/>
                      <a:pt x="1055" y="0"/>
                      <a:pt x="1026" y="30"/>
                    </a:cubicBezTo>
                    <a:cubicBezTo>
                      <a:pt x="0" y="1056"/>
                      <a:pt x="0" y="1056"/>
                      <a:pt x="0" y="1056"/>
                    </a:cubicBezTo>
                    <a:lnTo>
                      <a:pt x="1241" y="1056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 bwMode="auto">
              <a:xfrm>
                <a:off x="7058025" y="0"/>
                <a:ext cx="2295525" cy="1104900"/>
              </a:xfrm>
              <a:custGeom>
                <a:avLst/>
                <a:gdLst>
                  <a:gd name="T0" fmla="*/ 0 w 1447"/>
                  <a:gd name="T1" fmla="*/ 0 h 696"/>
                  <a:gd name="T2" fmla="*/ 11 w 1447"/>
                  <a:gd name="T3" fmla="*/ 13 h 696"/>
                  <a:gd name="T4" fmla="*/ 659 w 1447"/>
                  <a:gd name="T5" fmla="*/ 660 h 696"/>
                  <a:gd name="T6" fmla="*/ 789 w 1447"/>
                  <a:gd name="T7" fmla="*/ 660 h 696"/>
                  <a:gd name="T8" fmla="*/ 1437 w 1447"/>
                  <a:gd name="T9" fmla="*/ 13 h 696"/>
                  <a:gd name="T10" fmla="*/ 1447 w 1447"/>
                  <a:gd name="T11" fmla="*/ 0 h 696"/>
                  <a:gd name="T12" fmla="*/ 0 w 1447"/>
                  <a:gd name="T13" fmla="*/ 0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7" h="696">
                    <a:moveTo>
                      <a:pt x="0" y="0"/>
                    </a:moveTo>
                    <a:cubicBezTo>
                      <a:pt x="4" y="5"/>
                      <a:pt x="7" y="9"/>
                      <a:pt x="11" y="13"/>
                    </a:cubicBezTo>
                    <a:cubicBezTo>
                      <a:pt x="659" y="660"/>
                      <a:pt x="659" y="660"/>
                      <a:pt x="659" y="660"/>
                    </a:cubicBezTo>
                    <a:cubicBezTo>
                      <a:pt x="695" y="696"/>
                      <a:pt x="753" y="696"/>
                      <a:pt x="789" y="660"/>
                    </a:cubicBezTo>
                    <a:cubicBezTo>
                      <a:pt x="1437" y="13"/>
                      <a:pt x="1437" y="13"/>
                      <a:pt x="1437" y="13"/>
                    </a:cubicBezTo>
                    <a:cubicBezTo>
                      <a:pt x="1441" y="9"/>
                      <a:pt x="1444" y="5"/>
                      <a:pt x="14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矩形: 圆角 7"/>
              <p:cNvSpPr>
                <a:spLocks noChangeAspect="1"/>
              </p:cNvSpPr>
              <p:nvPr/>
            </p:nvSpPr>
            <p:spPr>
              <a:xfrm rot="18900000">
                <a:off x="7432491" y="1793690"/>
                <a:ext cx="1548000" cy="1548000"/>
              </a:xfrm>
              <a:prstGeom prst="roundRect">
                <a:avLst>
                  <a:gd name="adj" fmla="val 6624"/>
                </a:avLst>
              </a:prstGeom>
              <a:blipFill dpi="0" rotWithShape="0">
                <a:blip r:embed="rId2"/>
                <a:srcRect/>
                <a:stretch>
                  <a:fillRect l="-71955" t="-10630" r="-6233" b="-816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8900000">
                <a:off x="9711315" y="-788931"/>
                <a:ext cx="3676937" cy="5493402"/>
              </a:xfrm>
              <a:custGeom>
                <a:avLst/>
                <a:gdLst>
                  <a:gd name="connsiteX0" fmla="*/ 1860472 w 3676937"/>
                  <a:gd name="connsiteY0" fmla="*/ 0 h 5493402"/>
                  <a:gd name="connsiteX1" fmla="*/ 3676937 w 3676937"/>
                  <a:gd name="connsiteY1" fmla="*/ 1816465 h 5493402"/>
                  <a:gd name="connsiteX2" fmla="*/ 0 w 3676937"/>
                  <a:gd name="connsiteY2" fmla="*/ 5493402 h 5493402"/>
                  <a:gd name="connsiteX3" fmla="*/ 0 w 3676937"/>
                  <a:gd name="connsiteY3" fmla="*/ 163370 h 5493402"/>
                  <a:gd name="connsiteX4" fmla="*/ 163370 w 3676937"/>
                  <a:gd name="connsiteY4" fmla="*/ 0 h 5493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6937" h="5493402">
                    <a:moveTo>
                      <a:pt x="1860472" y="0"/>
                    </a:moveTo>
                    <a:lnTo>
                      <a:pt x="3676937" y="1816465"/>
                    </a:lnTo>
                    <a:lnTo>
                      <a:pt x="0" y="5493402"/>
                    </a:lnTo>
                    <a:lnTo>
                      <a:pt x="0" y="163370"/>
                    </a:lnTo>
                    <a:cubicBezTo>
                      <a:pt x="0" y="73143"/>
                      <a:pt x="73143" y="0"/>
                      <a:pt x="163370" y="0"/>
                    </a:cubicBezTo>
                    <a:close/>
                  </a:path>
                </a:pathLst>
              </a:custGeom>
              <a:blipFill dpi="0" rotWithShape="0">
                <a:blip r:embed="rId3"/>
                <a:srcRect/>
                <a:stretch>
                  <a:fillRect l="-105192" t="4" r="-26880" b="-3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任意多边形: 形状 16"/>
              <p:cNvSpPr>
                <a:spLocks noChangeAspect="1"/>
              </p:cNvSpPr>
              <p:nvPr userDrawn="1"/>
            </p:nvSpPr>
            <p:spPr>
              <a:xfrm rot="18900000">
                <a:off x="7785046" y="3339138"/>
                <a:ext cx="3312000" cy="3312000"/>
              </a:xfrm>
              <a:custGeom>
                <a:avLst/>
                <a:gdLst>
                  <a:gd name="connsiteX0" fmla="*/ 3280259 w 3312000"/>
                  <a:gd name="connsiteY0" fmla="*/ 31741 h 3312000"/>
                  <a:gd name="connsiteX1" fmla="*/ 3312000 w 3312000"/>
                  <a:gd name="connsiteY1" fmla="*/ 108369 h 3312000"/>
                  <a:gd name="connsiteX2" fmla="*/ 3312000 w 3312000"/>
                  <a:gd name="connsiteY2" fmla="*/ 3203631 h 3312000"/>
                  <a:gd name="connsiteX3" fmla="*/ 3203631 w 3312000"/>
                  <a:gd name="connsiteY3" fmla="*/ 3312000 h 3312000"/>
                  <a:gd name="connsiteX4" fmla="*/ 677515 w 3312000"/>
                  <a:gd name="connsiteY4" fmla="*/ 3312000 h 3312000"/>
                  <a:gd name="connsiteX5" fmla="*/ 0 w 3312000"/>
                  <a:gd name="connsiteY5" fmla="*/ 2634485 h 3312000"/>
                  <a:gd name="connsiteX6" fmla="*/ 0 w 3312000"/>
                  <a:gd name="connsiteY6" fmla="*/ 108369 h 3312000"/>
                  <a:gd name="connsiteX7" fmla="*/ 108369 w 3312000"/>
                  <a:gd name="connsiteY7" fmla="*/ 0 h 3312000"/>
                  <a:gd name="connsiteX8" fmla="*/ 3203631 w 3312000"/>
                  <a:gd name="connsiteY8" fmla="*/ 0 h 3312000"/>
                  <a:gd name="connsiteX9" fmla="*/ 3280259 w 3312000"/>
                  <a:gd name="connsiteY9" fmla="*/ 31741 h 331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12000" h="3312000">
                    <a:moveTo>
                      <a:pt x="3280259" y="31741"/>
                    </a:moveTo>
                    <a:cubicBezTo>
                      <a:pt x="3299871" y="51351"/>
                      <a:pt x="3311999" y="78443"/>
                      <a:pt x="3312000" y="108369"/>
                    </a:cubicBezTo>
                    <a:lnTo>
                      <a:pt x="3312000" y="3203631"/>
                    </a:lnTo>
                    <a:cubicBezTo>
                      <a:pt x="3312000" y="3263482"/>
                      <a:pt x="3263482" y="3312000"/>
                      <a:pt x="3203631" y="3312000"/>
                    </a:cubicBezTo>
                    <a:lnTo>
                      <a:pt x="677515" y="3312000"/>
                    </a:lnTo>
                    <a:lnTo>
                      <a:pt x="0" y="2634485"/>
                    </a:lnTo>
                    <a:lnTo>
                      <a:pt x="0" y="108369"/>
                    </a:lnTo>
                    <a:cubicBezTo>
                      <a:pt x="0" y="48518"/>
                      <a:pt x="48518" y="0"/>
                      <a:pt x="108369" y="0"/>
                    </a:cubicBezTo>
                    <a:lnTo>
                      <a:pt x="3203631" y="0"/>
                    </a:lnTo>
                    <a:cubicBezTo>
                      <a:pt x="3233557" y="1"/>
                      <a:pt x="3260649" y="12129"/>
                      <a:pt x="3280259" y="31741"/>
                    </a:cubicBezTo>
                    <a:close/>
                  </a:path>
                </a:pathLst>
              </a:custGeom>
              <a:blipFill dpi="0" rotWithShape="0">
                <a:blip r:embed="rId4"/>
                <a:srcRect/>
                <a:stretch>
                  <a:fillRect l="-37683" t="-1267" r="-3996" b="-304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任意多边形: 形状 20"/>
              <p:cNvSpPr>
                <a:spLocks noChangeAspect="1"/>
              </p:cNvSpPr>
              <p:nvPr/>
            </p:nvSpPr>
            <p:spPr>
              <a:xfrm rot="18900000">
                <a:off x="4995805" y="5323829"/>
                <a:ext cx="3068344" cy="3068343"/>
              </a:xfrm>
              <a:custGeom>
                <a:avLst/>
                <a:gdLst>
                  <a:gd name="connsiteX0" fmla="*/ 3036604 w 3068344"/>
                  <a:gd name="connsiteY0" fmla="*/ 31740 h 3068343"/>
                  <a:gd name="connsiteX1" fmla="*/ 3068344 w 3068344"/>
                  <a:gd name="connsiteY1" fmla="*/ 108369 h 3068343"/>
                  <a:gd name="connsiteX2" fmla="*/ 3068344 w 3068344"/>
                  <a:gd name="connsiteY2" fmla="*/ 3068343 h 3068343"/>
                  <a:gd name="connsiteX3" fmla="*/ 0 w 3068344"/>
                  <a:gd name="connsiteY3" fmla="*/ 0 h 3068343"/>
                  <a:gd name="connsiteX4" fmla="*/ 2959975 w 3068344"/>
                  <a:gd name="connsiteY4" fmla="*/ 0 h 3068343"/>
                  <a:gd name="connsiteX5" fmla="*/ 3036604 w 3068344"/>
                  <a:gd name="connsiteY5" fmla="*/ 31740 h 306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8344" h="3068343">
                    <a:moveTo>
                      <a:pt x="3036604" y="31740"/>
                    </a:moveTo>
                    <a:cubicBezTo>
                      <a:pt x="3056215" y="51351"/>
                      <a:pt x="3068344" y="78443"/>
                      <a:pt x="3068344" y="108369"/>
                    </a:cubicBezTo>
                    <a:lnTo>
                      <a:pt x="3068344" y="3068343"/>
                    </a:lnTo>
                    <a:lnTo>
                      <a:pt x="0" y="0"/>
                    </a:lnTo>
                    <a:lnTo>
                      <a:pt x="2959975" y="0"/>
                    </a:lnTo>
                    <a:cubicBezTo>
                      <a:pt x="2989901" y="0"/>
                      <a:pt x="3016993" y="12129"/>
                      <a:pt x="3036604" y="31740"/>
                    </a:cubicBezTo>
                    <a:close/>
                  </a:path>
                </a:pathLst>
              </a:custGeom>
              <a:blipFill dpi="0" rotWithShape="0">
                <a:blip r:embed="rId5"/>
                <a:srcRect/>
                <a:stretch>
                  <a:fillRect l="-8801" t="-23457" r="-1751" b="-2705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398" y="1130300"/>
            <a:ext cx="6120000" cy="216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8" y="3488322"/>
            <a:ext cx="6120000" cy="7514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4706777"/>
            <a:ext cx="2880000" cy="288000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043269"/>
            <a:ext cx="2880000" cy="288000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pic>
        <p:nvPicPr>
          <p:cNvPr id="11" name="图片 10" descr="图标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46" y="206640"/>
            <a:ext cx="1022079" cy="131109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图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bg>
      <p:bgPr>
        <a:gradFill>
          <a:gsLst>
            <a:gs pos="0">
              <a:schemeClr val="accent1">
                <a:lumMod val="75000"/>
              </a:schemeClr>
            </a:gs>
            <a:gs pos="100000">
              <a:schemeClr val="accent1">
                <a:alpha val="9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l="-39472" t="1" r="-185" b="-3914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1130299"/>
            <a:ext cx="2836561" cy="1147679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4000"/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" hasCustomPrompt="1"/>
          </p:nvPr>
        </p:nvSpPr>
        <p:spPr>
          <a:xfrm>
            <a:off x="3745077" y="1130300"/>
            <a:ext cx="7773823" cy="463391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2026/3/20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11" name="组合 10"/>
          <p:cNvGrpSpPr/>
          <p:nvPr/>
        </p:nvGrpSpPr>
        <p:grpSpPr>
          <a:xfrm>
            <a:off x="2626456" y="1130300"/>
            <a:ext cx="994563" cy="4634686"/>
            <a:chOff x="2626456" y="1500188"/>
            <a:chExt cx="994563" cy="4634686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6350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任意多边形: 形状 12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-1196252" y="-788931"/>
            <a:ext cx="13388252" cy="9181103"/>
            <a:chOff x="0" y="-788931"/>
            <a:chExt cx="13388252" cy="9181103"/>
          </a:xfrm>
        </p:grpSpPr>
        <p:sp>
          <p:nvSpPr>
            <p:cNvPr id="3" name="矩形 2"/>
            <p:cNvSpPr/>
            <p:nvPr/>
          </p:nvSpPr>
          <p:spPr bwMode="auto">
            <a:xfrm>
              <a:off x="0" y="0"/>
              <a:ext cx="12192001" cy="6858001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accent1"/>
                </a:gs>
              </a:gsLst>
              <a:lin ang="0" scaled="1"/>
              <a:tileRect/>
            </a:gra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730529" y="723900"/>
              <a:ext cx="569383" cy="257651"/>
              <a:chOff x="754593" y="723900"/>
              <a:chExt cx="569383" cy="257651"/>
            </a:xfrm>
          </p:grpSpPr>
          <p:sp>
            <p:nvSpPr>
              <p:cNvPr id="37" name="任意多边形: 形状 36"/>
              <p:cNvSpPr/>
              <p:nvPr/>
            </p:nvSpPr>
            <p:spPr bwMode="auto">
              <a:xfrm flipV="1">
                <a:off x="1003684" y="723900"/>
                <a:ext cx="320292" cy="257651"/>
              </a:xfrm>
              <a:custGeom>
                <a:avLst/>
                <a:gdLst>
                  <a:gd name="T0" fmla="*/ 2408 w 5742"/>
                  <a:gd name="T1" fmla="*/ 340 h 4618"/>
                  <a:gd name="T2" fmla="*/ 231 w 5742"/>
                  <a:gd name="T3" fmla="*/ 3776 h 4618"/>
                  <a:gd name="T4" fmla="*/ 695 w 5742"/>
                  <a:gd name="T5" fmla="*/ 4618 h 4618"/>
                  <a:gd name="T6" fmla="*/ 5047 w 5742"/>
                  <a:gd name="T7" fmla="*/ 4618 h 4618"/>
                  <a:gd name="T8" fmla="*/ 5510 w 5742"/>
                  <a:gd name="T9" fmla="*/ 3776 h 4618"/>
                  <a:gd name="T10" fmla="*/ 3334 w 5742"/>
                  <a:gd name="T11" fmla="*/ 340 h 4618"/>
                  <a:gd name="T12" fmla="*/ 2408 w 5742"/>
                  <a:gd name="T13" fmla="*/ 340 h 4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42" h="4618">
                    <a:moveTo>
                      <a:pt x="2408" y="340"/>
                    </a:moveTo>
                    <a:cubicBezTo>
                      <a:pt x="231" y="3776"/>
                      <a:pt x="231" y="3776"/>
                      <a:pt x="231" y="3776"/>
                    </a:cubicBezTo>
                    <a:cubicBezTo>
                      <a:pt x="0" y="4142"/>
                      <a:pt x="262" y="4618"/>
                      <a:pt x="695" y="4618"/>
                    </a:cubicBezTo>
                    <a:cubicBezTo>
                      <a:pt x="5047" y="4618"/>
                      <a:pt x="5047" y="4618"/>
                      <a:pt x="5047" y="4618"/>
                    </a:cubicBezTo>
                    <a:cubicBezTo>
                      <a:pt x="5479" y="4618"/>
                      <a:pt x="5742" y="4142"/>
                      <a:pt x="5510" y="3776"/>
                    </a:cubicBezTo>
                    <a:cubicBezTo>
                      <a:pt x="3334" y="340"/>
                      <a:pt x="3334" y="340"/>
                      <a:pt x="3334" y="340"/>
                    </a:cubicBezTo>
                    <a:cubicBezTo>
                      <a:pt x="3119" y="0"/>
                      <a:pt x="2623" y="0"/>
                      <a:pt x="2408" y="340"/>
                    </a:cubicBezTo>
                    <a:close/>
                  </a:path>
                </a:pathLst>
              </a:custGeom>
              <a:solidFill>
                <a:schemeClr val="tx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lvl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 bwMode="auto">
              <a:xfrm>
                <a:off x="754593" y="723900"/>
                <a:ext cx="320293" cy="257651"/>
              </a:xfrm>
              <a:custGeom>
                <a:avLst/>
                <a:gdLst>
                  <a:gd name="T0" fmla="*/ 2408 w 5742"/>
                  <a:gd name="T1" fmla="*/ 340 h 4618"/>
                  <a:gd name="T2" fmla="*/ 231 w 5742"/>
                  <a:gd name="T3" fmla="*/ 3776 h 4618"/>
                  <a:gd name="T4" fmla="*/ 695 w 5742"/>
                  <a:gd name="T5" fmla="*/ 4618 h 4618"/>
                  <a:gd name="T6" fmla="*/ 5047 w 5742"/>
                  <a:gd name="T7" fmla="*/ 4618 h 4618"/>
                  <a:gd name="T8" fmla="*/ 5510 w 5742"/>
                  <a:gd name="T9" fmla="*/ 3776 h 4618"/>
                  <a:gd name="T10" fmla="*/ 3334 w 5742"/>
                  <a:gd name="T11" fmla="*/ 340 h 4618"/>
                  <a:gd name="T12" fmla="*/ 2408 w 5742"/>
                  <a:gd name="T13" fmla="*/ 340 h 4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42" h="4618">
                    <a:moveTo>
                      <a:pt x="2408" y="340"/>
                    </a:moveTo>
                    <a:cubicBezTo>
                      <a:pt x="231" y="3776"/>
                      <a:pt x="231" y="3776"/>
                      <a:pt x="231" y="3776"/>
                    </a:cubicBezTo>
                    <a:cubicBezTo>
                      <a:pt x="0" y="4142"/>
                      <a:pt x="262" y="4618"/>
                      <a:pt x="695" y="4618"/>
                    </a:cubicBezTo>
                    <a:cubicBezTo>
                      <a:pt x="5047" y="4618"/>
                      <a:pt x="5047" y="4618"/>
                      <a:pt x="5047" y="4618"/>
                    </a:cubicBezTo>
                    <a:cubicBezTo>
                      <a:pt x="5479" y="4618"/>
                      <a:pt x="5742" y="4142"/>
                      <a:pt x="5510" y="3776"/>
                    </a:cubicBezTo>
                    <a:cubicBezTo>
                      <a:pt x="3334" y="340"/>
                      <a:pt x="3334" y="340"/>
                      <a:pt x="3334" y="340"/>
                    </a:cubicBezTo>
                    <a:cubicBezTo>
                      <a:pt x="3119" y="0"/>
                      <a:pt x="2623" y="0"/>
                      <a:pt x="2408" y="34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lvl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0" y="5041233"/>
              <a:ext cx="1878446" cy="1816770"/>
              <a:chOff x="0" y="5037829"/>
              <a:chExt cx="1881964" cy="1820171"/>
            </a:xfrm>
          </p:grpSpPr>
          <p:sp>
            <p:nvSpPr>
              <p:cNvPr id="18" name="任意多边形: 形状 17"/>
              <p:cNvSpPr/>
              <p:nvPr/>
            </p:nvSpPr>
            <p:spPr bwMode="auto">
              <a:xfrm>
                <a:off x="0" y="5037829"/>
                <a:ext cx="637048" cy="1286288"/>
              </a:xfrm>
              <a:custGeom>
                <a:avLst/>
                <a:gdLst>
                  <a:gd name="connsiteX0" fmla="*/ 0 w 637048"/>
                  <a:gd name="connsiteY0" fmla="*/ 0 h 1286288"/>
                  <a:gd name="connsiteX1" fmla="*/ 24119 w 637048"/>
                  <a:gd name="connsiteY1" fmla="*/ 4691 h 1286288"/>
                  <a:gd name="connsiteX2" fmla="*/ 50886 w 637048"/>
                  <a:gd name="connsiteY2" fmla="*/ 22467 h 1286288"/>
                  <a:gd name="connsiteX3" fmla="*/ 613366 w 637048"/>
                  <a:gd name="connsiteY3" fmla="*/ 585372 h 1286288"/>
                  <a:gd name="connsiteX4" fmla="*/ 613366 w 637048"/>
                  <a:gd name="connsiteY4" fmla="*/ 700916 h 1286288"/>
                  <a:gd name="connsiteX5" fmla="*/ 50886 w 637048"/>
                  <a:gd name="connsiteY5" fmla="*/ 1263821 h 1286288"/>
                  <a:gd name="connsiteX6" fmla="*/ 24119 w 637048"/>
                  <a:gd name="connsiteY6" fmla="*/ 1281597 h 1286288"/>
                  <a:gd name="connsiteX7" fmla="*/ 0 w 637048"/>
                  <a:gd name="connsiteY7" fmla="*/ 1286288 h 128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048" h="1286288">
                    <a:moveTo>
                      <a:pt x="0" y="0"/>
                    </a:moveTo>
                    <a:lnTo>
                      <a:pt x="24119" y="4691"/>
                    </a:lnTo>
                    <a:cubicBezTo>
                      <a:pt x="33864" y="8641"/>
                      <a:pt x="42992" y="14566"/>
                      <a:pt x="50886" y="22467"/>
                    </a:cubicBezTo>
                    <a:cubicBezTo>
                      <a:pt x="613366" y="585372"/>
                      <a:pt x="613366" y="585372"/>
                      <a:pt x="613366" y="585372"/>
                    </a:cubicBezTo>
                    <a:cubicBezTo>
                      <a:pt x="644943" y="616974"/>
                      <a:pt x="644943" y="669314"/>
                      <a:pt x="613366" y="700916"/>
                    </a:cubicBezTo>
                    <a:cubicBezTo>
                      <a:pt x="50886" y="1263821"/>
                      <a:pt x="50886" y="1263821"/>
                      <a:pt x="50886" y="1263821"/>
                    </a:cubicBezTo>
                    <a:cubicBezTo>
                      <a:pt x="42992" y="1271722"/>
                      <a:pt x="33864" y="1277647"/>
                      <a:pt x="24119" y="1281597"/>
                    </a:cubicBezTo>
                    <a:lnTo>
                      <a:pt x="0" y="1286288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>
                <a:off x="0" y="5823052"/>
                <a:ext cx="1881964" cy="1034948"/>
              </a:xfrm>
              <a:custGeom>
                <a:avLst/>
                <a:gdLst>
                  <a:gd name="connsiteX0" fmla="*/ 837406 w 1881964"/>
                  <a:gd name="connsiteY0" fmla="*/ 0 h 1034948"/>
                  <a:gd name="connsiteX1" fmla="*/ 930563 w 1881964"/>
                  <a:gd name="connsiteY1" fmla="*/ 38578 h 1034948"/>
                  <a:gd name="connsiteX2" fmla="*/ 1846080 w 1881964"/>
                  <a:gd name="connsiteY2" fmla="*/ 954788 h 1034948"/>
                  <a:gd name="connsiteX3" fmla="*/ 1874991 w 1881964"/>
                  <a:gd name="connsiteY3" fmla="*/ 998639 h 1034948"/>
                  <a:gd name="connsiteX4" fmla="*/ 1881964 w 1881964"/>
                  <a:gd name="connsiteY4" fmla="*/ 1034948 h 1034948"/>
                  <a:gd name="connsiteX5" fmla="*/ 0 w 1881964"/>
                  <a:gd name="connsiteY5" fmla="*/ 1034948 h 1034948"/>
                  <a:gd name="connsiteX6" fmla="*/ 0 w 1881964"/>
                  <a:gd name="connsiteY6" fmla="*/ 783389 h 1034948"/>
                  <a:gd name="connsiteX7" fmla="*/ 130924 w 1881964"/>
                  <a:gd name="connsiteY7" fmla="*/ 652367 h 1034948"/>
                  <a:gd name="connsiteX8" fmla="*/ 744248 w 1881964"/>
                  <a:gd name="connsiteY8" fmla="*/ 38578 h 1034948"/>
                  <a:gd name="connsiteX9" fmla="*/ 837406 w 1881964"/>
                  <a:gd name="connsiteY9" fmla="*/ 0 h 103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1964" h="1034948">
                    <a:moveTo>
                      <a:pt x="837406" y="0"/>
                    </a:moveTo>
                    <a:cubicBezTo>
                      <a:pt x="871135" y="0"/>
                      <a:pt x="904865" y="12860"/>
                      <a:pt x="930563" y="38578"/>
                    </a:cubicBezTo>
                    <a:cubicBezTo>
                      <a:pt x="1846080" y="954788"/>
                      <a:pt x="1846080" y="954788"/>
                      <a:pt x="1846080" y="954788"/>
                    </a:cubicBezTo>
                    <a:cubicBezTo>
                      <a:pt x="1858929" y="967647"/>
                      <a:pt x="1868566" y="982616"/>
                      <a:pt x="1874991" y="998639"/>
                    </a:cubicBezTo>
                    <a:lnTo>
                      <a:pt x="1881964" y="1034948"/>
                    </a:lnTo>
                    <a:lnTo>
                      <a:pt x="0" y="1034948"/>
                    </a:lnTo>
                    <a:lnTo>
                      <a:pt x="0" y="783389"/>
                    </a:lnTo>
                    <a:lnTo>
                      <a:pt x="130924" y="652367"/>
                    </a:lnTo>
                    <a:cubicBezTo>
                      <a:pt x="744248" y="38578"/>
                      <a:pt x="744248" y="38578"/>
                      <a:pt x="744248" y="38578"/>
                    </a:cubicBezTo>
                    <a:cubicBezTo>
                      <a:pt x="769947" y="12860"/>
                      <a:pt x="803676" y="0"/>
                      <a:pt x="83740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995805" y="-788931"/>
              <a:ext cx="8392447" cy="9181103"/>
              <a:chOff x="4995805" y="-788931"/>
              <a:chExt cx="8392447" cy="9181103"/>
            </a:xfrm>
          </p:grpSpPr>
          <p:sp>
            <p:nvSpPr>
              <p:cNvPr id="11" name="任意多边形: 形状 10"/>
              <p:cNvSpPr/>
              <p:nvPr/>
            </p:nvSpPr>
            <p:spPr bwMode="auto">
              <a:xfrm>
                <a:off x="6838950" y="723900"/>
                <a:ext cx="1211115" cy="1212952"/>
              </a:xfrm>
              <a:custGeom>
                <a:avLst/>
                <a:gdLst>
                  <a:gd name="T0" fmla="*/ 1288 w 1320"/>
                  <a:gd name="T1" fmla="*/ 719 h 1321"/>
                  <a:gd name="T2" fmla="*/ 718 w 1320"/>
                  <a:gd name="T3" fmla="*/ 1289 h 1321"/>
                  <a:gd name="T4" fmla="*/ 602 w 1320"/>
                  <a:gd name="T5" fmla="*/ 1289 h 1321"/>
                  <a:gd name="T6" fmla="*/ 32 w 1320"/>
                  <a:gd name="T7" fmla="*/ 719 h 1321"/>
                  <a:gd name="T8" fmla="*/ 32 w 1320"/>
                  <a:gd name="T9" fmla="*/ 602 h 1321"/>
                  <a:gd name="T10" fmla="*/ 602 w 1320"/>
                  <a:gd name="T11" fmla="*/ 32 h 1321"/>
                  <a:gd name="T12" fmla="*/ 718 w 1320"/>
                  <a:gd name="T13" fmla="*/ 32 h 1321"/>
                  <a:gd name="T14" fmla="*/ 1288 w 1320"/>
                  <a:gd name="T15" fmla="*/ 602 h 1321"/>
                  <a:gd name="T16" fmla="*/ 1288 w 1320"/>
                  <a:gd name="T17" fmla="*/ 719 h 1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0" h="1321">
                    <a:moveTo>
                      <a:pt x="1288" y="719"/>
                    </a:moveTo>
                    <a:cubicBezTo>
                      <a:pt x="718" y="1289"/>
                      <a:pt x="718" y="1289"/>
                      <a:pt x="718" y="1289"/>
                    </a:cubicBezTo>
                    <a:cubicBezTo>
                      <a:pt x="686" y="1321"/>
                      <a:pt x="634" y="1321"/>
                      <a:pt x="602" y="1289"/>
                    </a:cubicBezTo>
                    <a:cubicBezTo>
                      <a:pt x="32" y="719"/>
                      <a:pt x="32" y="719"/>
                      <a:pt x="32" y="719"/>
                    </a:cubicBezTo>
                    <a:cubicBezTo>
                      <a:pt x="0" y="687"/>
                      <a:pt x="0" y="634"/>
                      <a:pt x="32" y="602"/>
                    </a:cubicBezTo>
                    <a:cubicBezTo>
                      <a:pt x="602" y="32"/>
                      <a:pt x="602" y="32"/>
                      <a:pt x="602" y="32"/>
                    </a:cubicBezTo>
                    <a:cubicBezTo>
                      <a:pt x="634" y="0"/>
                      <a:pt x="686" y="0"/>
                      <a:pt x="718" y="32"/>
                    </a:cubicBezTo>
                    <a:cubicBezTo>
                      <a:pt x="1288" y="602"/>
                      <a:pt x="1288" y="602"/>
                      <a:pt x="1288" y="602"/>
                    </a:cubicBezTo>
                    <a:cubicBezTo>
                      <a:pt x="1320" y="634"/>
                      <a:pt x="1320" y="687"/>
                      <a:pt x="1288" y="719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 bwMode="auto">
              <a:xfrm>
                <a:off x="10221913" y="5181600"/>
                <a:ext cx="1970088" cy="1676400"/>
              </a:xfrm>
              <a:custGeom>
                <a:avLst/>
                <a:gdLst>
                  <a:gd name="T0" fmla="*/ 1241 w 1241"/>
                  <a:gd name="T1" fmla="*/ 1056 h 1056"/>
                  <a:gd name="T2" fmla="*/ 1241 w 1241"/>
                  <a:gd name="T3" fmla="*/ 138 h 1056"/>
                  <a:gd name="T4" fmla="*/ 1132 w 1241"/>
                  <a:gd name="T5" fmla="*/ 30 h 1056"/>
                  <a:gd name="T6" fmla="*/ 1026 w 1241"/>
                  <a:gd name="T7" fmla="*/ 30 h 1056"/>
                  <a:gd name="T8" fmla="*/ 0 w 1241"/>
                  <a:gd name="T9" fmla="*/ 1056 h 1056"/>
                  <a:gd name="T10" fmla="*/ 1241 w 1241"/>
                  <a:gd name="T11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1" h="1056">
                    <a:moveTo>
                      <a:pt x="1241" y="1056"/>
                    </a:moveTo>
                    <a:cubicBezTo>
                      <a:pt x="1241" y="138"/>
                      <a:pt x="1241" y="138"/>
                      <a:pt x="1241" y="138"/>
                    </a:cubicBezTo>
                    <a:cubicBezTo>
                      <a:pt x="1132" y="30"/>
                      <a:pt x="1132" y="30"/>
                      <a:pt x="1132" y="30"/>
                    </a:cubicBezTo>
                    <a:cubicBezTo>
                      <a:pt x="1103" y="0"/>
                      <a:pt x="1055" y="0"/>
                      <a:pt x="1026" y="30"/>
                    </a:cubicBezTo>
                    <a:cubicBezTo>
                      <a:pt x="0" y="1056"/>
                      <a:pt x="0" y="1056"/>
                      <a:pt x="0" y="1056"/>
                    </a:cubicBezTo>
                    <a:lnTo>
                      <a:pt x="1241" y="1056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 bwMode="auto">
              <a:xfrm>
                <a:off x="7058025" y="0"/>
                <a:ext cx="2295525" cy="1104900"/>
              </a:xfrm>
              <a:custGeom>
                <a:avLst/>
                <a:gdLst>
                  <a:gd name="T0" fmla="*/ 0 w 1447"/>
                  <a:gd name="T1" fmla="*/ 0 h 696"/>
                  <a:gd name="T2" fmla="*/ 11 w 1447"/>
                  <a:gd name="T3" fmla="*/ 13 h 696"/>
                  <a:gd name="T4" fmla="*/ 659 w 1447"/>
                  <a:gd name="T5" fmla="*/ 660 h 696"/>
                  <a:gd name="T6" fmla="*/ 789 w 1447"/>
                  <a:gd name="T7" fmla="*/ 660 h 696"/>
                  <a:gd name="T8" fmla="*/ 1437 w 1447"/>
                  <a:gd name="T9" fmla="*/ 13 h 696"/>
                  <a:gd name="T10" fmla="*/ 1447 w 1447"/>
                  <a:gd name="T11" fmla="*/ 0 h 696"/>
                  <a:gd name="T12" fmla="*/ 0 w 1447"/>
                  <a:gd name="T13" fmla="*/ 0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7" h="696">
                    <a:moveTo>
                      <a:pt x="0" y="0"/>
                    </a:moveTo>
                    <a:cubicBezTo>
                      <a:pt x="4" y="5"/>
                      <a:pt x="7" y="9"/>
                      <a:pt x="11" y="13"/>
                    </a:cubicBezTo>
                    <a:cubicBezTo>
                      <a:pt x="659" y="660"/>
                      <a:pt x="659" y="660"/>
                      <a:pt x="659" y="660"/>
                    </a:cubicBezTo>
                    <a:cubicBezTo>
                      <a:pt x="695" y="696"/>
                      <a:pt x="753" y="696"/>
                      <a:pt x="789" y="660"/>
                    </a:cubicBezTo>
                    <a:cubicBezTo>
                      <a:pt x="1437" y="13"/>
                      <a:pt x="1437" y="13"/>
                      <a:pt x="1437" y="13"/>
                    </a:cubicBezTo>
                    <a:cubicBezTo>
                      <a:pt x="1441" y="9"/>
                      <a:pt x="1444" y="5"/>
                      <a:pt x="14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矩形: 圆角 13"/>
              <p:cNvSpPr>
                <a:spLocks noChangeAspect="1"/>
              </p:cNvSpPr>
              <p:nvPr/>
            </p:nvSpPr>
            <p:spPr>
              <a:xfrm rot="18900000">
                <a:off x="7432491" y="1793690"/>
                <a:ext cx="1548000" cy="1548000"/>
              </a:xfrm>
              <a:prstGeom prst="roundRect">
                <a:avLst>
                  <a:gd name="adj" fmla="val 6624"/>
                </a:avLst>
              </a:prstGeom>
              <a:blipFill dpi="0" rotWithShape="0">
                <a:blip r:embed="rId2"/>
                <a:srcRect/>
                <a:stretch>
                  <a:fillRect l="-71955" t="-10630" r="-6233" b="-816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8900000">
                <a:off x="9711315" y="-788931"/>
                <a:ext cx="3676937" cy="5493402"/>
              </a:xfrm>
              <a:custGeom>
                <a:avLst/>
                <a:gdLst>
                  <a:gd name="connsiteX0" fmla="*/ 1860472 w 3676937"/>
                  <a:gd name="connsiteY0" fmla="*/ 0 h 5493402"/>
                  <a:gd name="connsiteX1" fmla="*/ 3676937 w 3676937"/>
                  <a:gd name="connsiteY1" fmla="*/ 1816465 h 5493402"/>
                  <a:gd name="connsiteX2" fmla="*/ 0 w 3676937"/>
                  <a:gd name="connsiteY2" fmla="*/ 5493402 h 5493402"/>
                  <a:gd name="connsiteX3" fmla="*/ 0 w 3676937"/>
                  <a:gd name="connsiteY3" fmla="*/ 163370 h 5493402"/>
                  <a:gd name="connsiteX4" fmla="*/ 163370 w 3676937"/>
                  <a:gd name="connsiteY4" fmla="*/ 0 h 5493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6937" h="5493402">
                    <a:moveTo>
                      <a:pt x="1860472" y="0"/>
                    </a:moveTo>
                    <a:lnTo>
                      <a:pt x="3676937" y="1816465"/>
                    </a:lnTo>
                    <a:lnTo>
                      <a:pt x="0" y="5493402"/>
                    </a:lnTo>
                    <a:lnTo>
                      <a:pt x="0" y="163370"/>
                    </a:lnTo>
                    <a:cubicBezTo>
                      <a:pt x="0" y="73143"/>
                      <a:pt x="73143" y="0"/>
                      <a:pt x="163370" y="0"/>
                    </a:cubicBezTo>
                    <a:close/>
                  </a:path>
                </a:pathLst>
              </a:custGeom>
              <a:blipFill dpi="0" rotWithShape="0">
                <a:blip r:embed="rId3"/>
                <a:srcRect/>
                <a:stretch>
                  <a:fillRect l="-105192" t="4" r="-26880" b="-3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任意多边形: 形状 15"/>
              <p:cNvSpPr>
                <a:spLocks noChangeAspect="1"/>
              </p:cNvSpPr>
              <p:nvPr/>
            </p:nvSpPr>
            <p:spPr>
              <a:xfrm rot="18900000">
                <a:off x="7785046" y="3339138"/>
                <a:ext cx="3312000" cy="3312000"/>
              </a:xfrm>
              <a:custGeom>
                <a:avLst/>
                <a:gdLst>
                  <a:gd name="connsiteX0" fmla="*/ 3280259 w 3312000"/>
                  <a:gd name="connsiteY0" fmla="*/ 31741 h 3312000"/>
                  <a:gd name="connsiteX1" fmla="*/ 3312000 w 3312000"/>
                  <a:gd name="connsiteY1" fmla="*/ 108369 h 3312000"/>
                  <a:gd name="connsiteX2" fmla="*/ 3312000 w 3312000"/>
                  <a:gd name="connsiteY2" fmla="*/ 3203631 h 3312000"/>
                  <a:gd name="connsiteX3" fmla="*/ 3203631 w 3312000"/>
                  <a:gd name="connsiteY3" fmla="*/ 3312000 h 3312000"/>
                  <a:gd name="connsiteX4" fmla="*/ 677515 w 3312000"/>
                  <a:gd name="connsiteY4" fmla="*/ 3312000 h 3312000"/>
                  <a:gd name="connsiteX5" fmla="*/ 0 w 3312000"/>
                  <a:gd name="connsiteY5" fmla="*/ 2634485 h 3312000"/>
                  <a:gd name="connsiteX6" fmla="*/ 0 w 3312000"/>
                  <a:gd name="connsiteY6" fmla="*/ 108369 h 3312000"/>
                  <a:gd name="connsiteX7" fmla="*/ 108369 w 3312000"/>
                  <a:gd name="connsiteY7" fmla="*/ 0 h 3312000"/>
                  <a:gd name="connsiteX8" fmla="*/ 3203631 w 3312000"/>
                  <a:gd name="connsiteY8" fmla="*/ 0 h 3312000"/>
                  <a:gd name="connsiteX9" fmla="*/ 3280259 w 3312000"/>
                  <a:gd name="connsiteY9" fmla="*/ 31741 h 331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12000" h="3312000">
                    <a:moveTo>
                      <a:pt x="3280259" y="31741"/>
                    </a:moveTo>
                    <a:cubicBezTo>
                      <a:pt x="3299871" y="51351"/>
                      <a:pt x="3311999" y="78443"/>
                      <a:pt x="3312000" y="108369"/>
                    </a:cubicBezTo>
                    <a:lnTo>
                      <a:pt x="3312000" y="3203631"/>
                    </a:lnTo>
                    <a:cubicBezTo>
                      <a:pt x="3312000" y="3263482"/>
                      <a:pt x="3263482" y="3312000"/>
                      <a:pt x="3203631" y="3312000"/>
                    </a:cubicBezTo>
                    <a:lnTo>
                      <a:pt x="677515" y="3312000"/>
                    </a:lnTo>
                    <a:lnTo>
                      <a:pt x="0" y="2634485"/>
                    </a:lnTo>
                    <a:lnTo>
                      <a:pt x="0" y="108369"/>
                    </a:lnTo>
                    <a:cubicBezTo>
                      <a:pt x="0" y="48518"/>
                      <a:pt x="48518" y="0"/>
                      <a:pt x="108369" y="0"/>
                    </a:cubicBezTo>
                    <a:lnTo>
                      <a:pt x="3203631" y="0"/>
                    </a:lnTo>
                    <a:cubicBezTo>
                      <a:pt x="3233557" y="1"/>
                      <a:pt x="3260649" y="12129"/>
                      <a:pt x="3280259" y="31741"/>
                    </a:cubicBezTo>
                    <a:close/>
                  </a:path>
                </a:pathLst>
              </a:custGeom>
              <a:blipFill dpi="0" rotWithShape="0">
                <a:blip r:embed="rId4"/>
                <a:srcRect/>
                <a:stretch>
                  <a:fillRect l="-37683" t="-1267" r="-3996" b="-304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任意多边形: 形状 16"/>
              <p:cNvSpPr>
                <a:spLocks noChangeAspect="1"/>
              </p:cNvSpPr>
              <p:nvPr/>
            </p:nvSpPr>
            <p:spPr>
              <a:xfrm rot="18900000">
                <a:off x="4995805" y="5323829"/>
                <a:ext cx="3068344" cy="3068343"/>
              </a:xfrm>
              <a:custGeom>
                <a:avLst/>
                <a:gdLst>
                  <a:gd name="connsiteX0" fmla="*/ 3036604 w 3068344"/>
                  <a:gd name="connsiteY0" fmla="*/ 31740 h 3068343"/>
                  <a:gd name="connsiteX1" fmla="*/ 3068344 w 3068344"/>
                  <a:gd name="connsiteY1" fmla="*/ 108369 h 3068343"/>
                  <a:gd name="connsiteX2" fmla="*/ 3068344 w 3068344"/>
                  <a:gd name="connsiteY2" fmla="*/ 3068343 h 3068343"/>
                  <a:gd name="connsiteX3" fmla="*/ 0 w 3068344"/>
                  <a:gd name="connsiteY3" fmla="*/ 0 h 3068343"/>
                  <a:gd name="connsiteX4" fmla="*/ 2959975 w 3068344"/>
                  <a:gd name="connsiteY4" fmla="*/ 0 h 3068343"/>
                  <a:gd name="connsiteX5" fmla="*/ 3036604 w 3068344"/>
                  <a:gd name="connsiteY5" fmla="*/ 31740 h 306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8344" h="3068343">
                    <a:moveTo>
                      <a:pt x="3036604" y="31740"/>
                    </a:moveTo>
                    <a:cubicBezTo>
                      <a:pt x="3056215" y="51351"/>
                      <a:pt x="3068344" y="78443"/>
                      <a:pt x="3068344" y="108369"/>
                    </a:cubicBezTo>
                    <a:lnTo>
                      <a:pt x="3068344" y="3068343"/>
                    </a:lnTo>
                    <a:lnTo>
                      <a:pt x="0" y="0"/>
                    </a:lnTo>
                    <a:lnTo>
                      <a:pt x="2959975" y="0"/>
                    </a:lnTo>
                    <a:cubicBezTo>
                      <a:pt x="2989901" y="0"/>
                      <a:pt x="3016993" y="12129"/>
                      <a:pt x="3036604" y="31740"/>
                    </a:cubicBezTo>
                    <a:close/>
                  </a:path>
                </a:pathLst>
              </a:custGeom>
              <a:blipFill dpi="0" rotWithShape="0">
                <a:blip r:embed="rId5"/>
                <a:srcRect/>
                <a:stretch>
                  <a:fillRect l="-8801" t="-23457" r="-1751" b="-2705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5350406" y="1753275"/>
            <a:ext cx="6168494" cy="1413042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5350406" y="3252245"/>
            <a:ext cx="6168494" cy="95216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27A813-B2FD-42E1-9222-83B574E99074}" type="datetime1">
              <a:rPr lang="zh-CN" altLang="en-US" smtClean="0"/>
              <a:t>2026/3/20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iSlide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19" name="图片 18" descr="图标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821" y="197175"/>
            <a:ext cx="1022079" cy="131109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E6EB8"/>
                </a:solidFill>
              </a:rPr>
              <a:t>公司概况        </a:t>
            </a:r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主营业务        案例业绩        合作单位    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公司概况        </a:t>
            </a:r>
            <a:r>
              <a:rPr lang="zh-CN" altLang="en-US" sz="2000" b="1" dirty="0">
                <a:solidFill>
                  <a:srgbClr val="0E6EB8"/>
                </a:solidFill>
              </a:rPr>
              <a:t>主营业务        </a:t>
            </a:r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案例业绩        合作单位    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公司概况        主营业务        </a:t>
            </a:r>
            <a:r>
              <a:rPr lang="zh-CN" altLang="en-US" sz="2000" b="1" dirty="0">
                <a:solidFill>
                  <a:srgbClr val="0E6EB8"/>
                </a:solidFill>
              </a:rPr>
              <a:t>案例业绩        </a:t>
            </a:r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合作单位    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公司概况        主营业务        案例业绩        </a:t>
            </a:r>
            <a:r>
              <a:rPr lang="zh-CN" altLang="en-US" sz="2000" b="1" dirty="0">
                <a:solidFill>
                  <a:srgbClr val="0E6EB8"/>
                </a:solidFill>
              </a:rPr>
              <a:t>合作单位    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788931"/>
            <a:ext cx="13388252" cy="9181103"/>
            <a:chOff x="0" y="-788931"/>
            <a:chExt cx="13388252" cy="9181103"/>
          </a:xfrm>
        </p:grpSpPr>
        <p:sp>
          <p:nvSpPr>
            <p:cNvPr id="3" name="矩形 2"/>
            <p:cNvSpPr/>
            <p:nvPr/>
          </p:nvSpPr>
          <p:spPr bwMode="auto">
            <a:xfrm>
              <a:off x="0" y="0"/>
              <a:ext cx="12192001" cy="6858001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accent1"/>
                </a:gs>
              </a:gsLst>
              <a:lin ang="0" scaled="1"/>
              <a:tileRect/>
            </a:gra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0" y="5041233"/>
              <a:ext cx="1878446" cy="1816770"/>
              <a:chOff x="0" y="5037829"/>
              <a:chExt cx="1881964" cy="1820171"/>
            </a:xfrm>
          </p:grpSpPr>
          <p:sp>
            <p:nvSpPr>
              <p:cNvPr id="17" name="任意多边形: 形状 16"/>
              <p:cNvSpPr/>
              <p:nvPr/>
            </p:nvSpPr>
            <p:spPr bwMode="auto">
              <a:xfrm>
                <a:off x="0" y="5037829"/>
                <a:ext cx="637048" cy="1286288"/>
              </a:xfrm>
              <a:custGeom>
                <a:avLst/>
                <a:gdLst>
                  <a:gd name="connsiteX0" fmla="*/ 0 w 637048"/>
                  <a:gd name="connsiteY0" fmla="*/ 0 h 1286288"/>
                  <a:gd name="connsiteX1" fmla="*/ 24119 w 637048"/>
                  <a:gd name="connsiteY1" fmla="*/ 4691 h 1286288"/>
                  <a:gd name="connsiteX2" fmla="*/ 50886 w 637048"/>
                  <a:gd name="connsiteY2" fmla="*/ 22467 h 1286288"/>
                  <a:gd name="connsiteX3" fmla="*/ 613366 w 637048"/>
                  <a:gd name="connsiteY3" fmla="*/ 585372 h 1286288"/>
                  <a:gd name="connsiteX4" fmla="*/ 613366 w 637048"/>
                  <a:gd name="connsiteY4" fmla="*/ 700916 h 1286288"/>
                  <a:gd name="connsiteX5" fmla="*/ 50886 w 637048"/>
                  <a:gd name="connsiteY5" fmla="*/ 1263821 h 1286288"/>
                  <a:gd name="connsiteX6" fmla="*/ 24119 w 637048"/>
                  <a:gd name="connsiteY6" fmla="*/ 1281597 h 1286288"/>
                  <a:gd name="connsiteX7" fmla="*/ 0 w 637048"/>
                  <a:gd name="connsiteY7" fmla="*/ 1286288 h 128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048" h="1286288">
                    <a:moveTo>
                      <a:pt x="0" y="0"/>
                    </a:moveTo>
                    <a:lnTo>
                      <a:pt x="24119" y="4691"/>
                    </a:lnTo>
                    <a:cubicBezTo>
                      <a:pt x="33864" y="8641"/>
                      <a:pt x="42992" y="14566"/>
                      <a:pt x="50886" y="22467"/>
                    </a:cubicBezTo>
                    <a:cubicBezTo>
                      <a:pt x="613366" y="585372"/>
                      <a:pt x="613366" y="585372"/>
                      <a:pt x="613366" y="585372"/>
                    </a:cubicBezTo>
                    <a:cubicBezTo>
                      <a:pt x="644943" y="616974"/>
                      <a:pt x="644943" y="669314"/>
                      <a:pt x="613366" y="700916"/>
                    </a:cubicBezTo>
                    <a:cubicBezTo>
                      <a:pt x="50886" y="1263821"/>
                      <a:pt x="50886" y="1263821"/>
                      <a:pt x="50886" y="1263821"/>
                    </a:cubicBezTo>
                    <a:cubicBezTo>
                      <a:pt x="42992" y="1271722"/>
                      <a:pt x="33864" y="1277647"/>
                      <a:pt x="24119" y="1281597"/>
                    </a:cubicBezTo>
                    <a:lnTo>
                      <a:pt x="0" y="1286288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 bwMode="auto">
              <a:xfrm>
                <a:off x="0" y="5823052"/>
                <a:ext cx="1881964" cy="1034948"/>
              </a:xfrm>
              <a:custGeom>
                <a:avLst/>
                <a:gdLst>
                  <a:gd name="connsiteX0" fmla="*/ 837406 w 1881964"/>
                  <a:gd name="connsiteY0" fmla="*/ 0 h 1034948"/>
                  <a:gd name="connsiteX1" fmla="*/ 930563 w 1881964"/>
                  <a:gd name="connsiteY1" fmla="*/ 38578 h 1034948"/>
                  <a:gd name="connsiteX2" fmla="*/ 1846080 w 1881964"/>
                  <a:gd name="connsiteY2" fmla="*/ 954788 h 1034948"/>
                  <a:gd name="connsiteX3" fmla="*/ 1874991 w 1881964"/>
                  <a:gd name="connsiteY3" fmla="*/ 998639 h 1034948"/>
                  <a:gd name="connsiteX4" fmla="*/ 1881964 w 1881964"/>
                  <a:gd name="connsiteY4" fmla="*/ 1034948 h 1034948"/>
                  <a:gd name="connsiteX5" fmla="*/ 0 w 1881964"/>
                  <a:gd name="connsiteY5" fmla="*/ 1034948 h 1034948"/>
                  <a:gd name="connsiteX6" fmla="*/ 0 w 1881964"/>
                  <a:gd name="connsiteY6" fmla="*/ 783389 h 1034948"/>
                  <a:gd name="connsiteX7" fmla="*/ 130924 w 1881964"/>
                  <a:gd name="connsiteY7" fmla="*/ 652367 h 1034948"/>
                  <a:gd name="connsiteX8" fmla="*/ 744248 w 1881964"/>
                  <a:gd name="connsiteY8" fmla="*/ 38578 h 1034948"/>
                  <a:gd name="connsiteX9" fmla="*/ 837406 w 1881964"/>
                  <a:gd name="connsiteY9" fmla="*/ 0 h 103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1964" h="1034948">
                    <a:moveTo>
                      <a:pt x="837406" y="0"/>
                    </a:moveTo>
                    <a:cubicBezTo>
                      <a:pt x="871135" y="0"/>
                      <a:pt x="904865" y="12860"/>
                      <a:pt x="930563" y="38578"/>
                    </a:cubicBezTo>
                    <a:cubicBezTo>
                      <a:pt x="1846080" y="954788"/>
                      <a:pt x="1846080" y="954788"/>
                      <a:pt x="1846080" y="954788"/>
                    </a:cubicBezTo>
                    <a:cubicBezTo>
                      <a:pt x="1858929" y="967647"/>
                      <a:pt x="1868566" y="982616"/>
                      <a:pt x="1874991" y="998639"/>
                    </a:cubicBezTo>
                    <a:lnTo>
                      <a:pt x="1881964" y="1034948"/>
                    </a:lnTo>
                    <a:lnTo>
                      <a:pt x="0" y="1034948"/>
                    </a:lnTo>
                    <a:lnTo>
                      <a:pt x="0" y="783389"/>
                    </a:lnTo>
                    <a:lnTo>
                      <a:pt x="130924" y="652367"/>
                    </a:lnTo>
                    <a:cubicBezTo>
                      <a:pt x="744248" y="38578"/>
                      <a:pt x="744248" y="38578"/>
                      <a:pt x="744248" y="38578"/>
                    </a:cubicBezTo>
                    <a:cubicBezTo>
                      <a:pt x="769947" y="12860"/>
                      <a:pt x="803676" y="0"/>
                      <a:pt x="83740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4995805" y="-788931"/>
              <a:ext cx="8392447" cy="9181103"/>
              <a:chOff x="4995805" y="-788931"/>
              <a:chExt cx="8392447" cy="9181103"/>
            </a:xfrm>
          </p:grpSpPr>
          <p:sp>
            <p:nvSpPr>
              <p:cNvPr id="10" name="任意多边形: 形状 9"/>
              <p:cNvSpPr/>
              <p:nvPr/>
            </p:nvSpPr>
            <p:spPr bwMode="auto">
              <a:xfrm>
                <a:off x="6838950" y="723900"/>
                <a:ext cx="1211115" cy="1212952"/>
              </a:xfrm>
              <a:custGeom>
                <a:avLst/>
                <a:gdLst>
                  <a:gd name="T0" fmla="*/ 1288 w 1320"/>
                  <a:gd name="T1" fmla="*/ 719 h 1321"/>
                  <a:gd name="T2" fmla="*/ 718 w 1320"/>
                  <a:gd name="T3" fmla="*/ 1289 h 1321"/>
                  <a:gd name="T4" fmla="*/ 602 w 1320"/>
                  <a:gd name="T5" fmla="*/ 1289 h 1321"/>
                  <a:gd name="T6" fmla="*/ 32 w 1320"/>
                  <a:gd name="T7" fmla="*/ 719 h 1321"/>
                  <a:gd name="T8" fmla="*/ 32 w 1320"/>
                  <a:gd name="T9" fmla="*/ 602 h 1321"/>
                  <a:gd name="T10" fmla="*/ 602 w 1320"/>
                  <a:gd name="T11" fmla="*/ 32 h 1321"/>
                  <a:gd name="T12" fmla="*/ 718 w 1320"/>
                  <a:gd name="T13" fmla="*/ 32 h 1321"/>
                  <a:gd name="T14" fmla="*/ 1288 w 1320"/>
                  <a:gd name="T15" fmla="*/ 602 h 1321"/>
                  <a:gd name="T16" fmla="*/ 1288 w 1320"/>
                  <a:gd name="T17" fmla="*/ 719 h 1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0" h="1321">
                    <a:moveTo>
                      <a:pt x="1288" y="719"/>
                    </a:moveTo>
                    <a:cubicBezTo>
                      <a:pt x="718" y="1289"/>
                      <a:pt x="718" y="1289"/>
                      <a:pt x="718" y="1289"/>
                    </a:cubicBezTo>
                    <a:cubicBezTo>
                      <a:pt x="686" y="1321"/>
                      <a:pt x="634" y="1321"/>
                      <a:pt x="602" y="1289"/>
                    </a:cubicBezTo>
                    <a:cubicBezTo>
                      <a:pt x="32" y="719"/>
                      <a:pt x="32" y="719"/>
                      <a:pt x="32" y="719"/>
                    </a:cubicBezTo>
                    <a:cubicBezTo>
                      <a:pt x="0" y="687"/>
                      <a:pt x="0" y="634"/>
                      <a:pt x="32" y="602"/>
                    </a:cubicBezTo>
                    <a:cubicBezTo>
                      <a:pt x="602" y="32"/>
                      <a:pt x="602" y="32"/>
                      <a:pt x="602" y="32"/>
                    </a:cubicBezTo>
                    <a:cubicBezTo>
                      <a:pt x="634" y="0"/>
                      <a:pt x="686" y="0"/>
                      <a:pt x="718" y="32"/>
                    </a:cubicBezTo>
                    <a:cubicBezTo>
                      <a:pt x="1288" y="602"/>
                      <a:pt x="1288" y="602"/>
                      <a:pt x="1288" y="602"/>
                    </a:cubicBezTo>
                    <a:cubicBezTo>
                      <a:pt x="1320" y="634"/>
                      <a:pt x="1320" y="687"/>
                      <a:pt x="1288" y="719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 bwMode="auto">
              <a:xfrm>
                <a:off x="10221913" y="5181600"/>
                <a:ext cx="1970088" cy="1676400"/>
              </a:xfrm>
              <a:custGeom>
                <a:avLst/>
                <a:gdLst>
                  <a:gd name="T0" fmla="*/ 1241 w 1241"/>
                  <a:gd name="T1" fmla="*/ 1056 h 1056"/>
                  <a:gd name="T2" fmla="*/ 1241 w 1241"/>
                  <a:gd name="T3" fmla="*/ 138 h 1056"/>
                  <a:gd name="T4" fmla="*/ 1132 w 1241"/>
                  <a:gd name="T5" fmla="*/ 30 h 1056"/>
                  <a:gd name="T6" fmla="*/ 1026 w 1241"/>
                  <a:gd name="T7" fmla="*/ 30 h 1056"/>
                  <a:gd name="T8" fmla="*/ 0 w 1241"/>
                  <a:gd name="T9" fmla="*/ 1056 h 1056"/>
                  <a:gd name="T10" fmla="*/ 1241 w 1241"/>
                  <a:gd name="T11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1" h="1056">
                    <a:moveTo>
                      <a:pt x="1241" y="1056"/>
                    </a:moveTo>
                    <a:cubicBezTo>
                      <a:pt x="1241" y="138"/>
                      <a:pt x="1241" y="138"/>
                      <a:pt x="1241" y="138"/>
                    </a:cubicBezTo>
                    <a:cubicBezTo>
                      <a:pt x="1132" y="30"/>
                      <a:pt x="1132" y="30"/>
                      <a:pt x="1132" y="30"/>
                    </a:cubicBezTo>
                    <a:cubicBezTo>
                      <a:pt x="1103" y="0"/>
                      <a:pt x="1055" y="0"/>
                      <a:pt x="1026" y="30"/>
                    </a:cubicBezTo>
                    <a:cubicBezTo>
                      <a:pt x="0" y="1056"/>
                      <a:pt x="0" y="1056"/>
                      <a:pt x="0" y="1056"/>
                    </a:cubicBezTo>
                    <a:lnTo>
                      <a:pt x="1241" y="1056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 bwMode="auto">
              <a:xfrm>
                <a:off x="7058025" y="0"/>
                <a:ext cx="2295525" cy="1104900"/>
              </a:xfrm>
              <a:custGeom>
                <a:avLst/>
                <a:gdLst>
                  <a:gd name="T0" fmla="*/ 0 w 1447"/>
                  <a:gd name="T1" fmla="*/ 0 h 696"/>
                  <a:gd name="T2" fmla="*/ 11 w 1447"/>
                  <a:gd name="T3" fmla="*/ 13 h 696"/>
                  <a:gd name="T4" fmla="*/ 659 w 1447"/>
                  <a:gd name="T5" fmla="*/ 660 h 696"/>
                  <a:gd name="T6" fmla="*/ 789 w 1447"/>
                  <a:gd name="T7" fmla="*/ 660 h 696"/>
                  <a:gd name="T8" fmla="*/ 1437 w 1447"/>
                  <a:gd name="T9" fmla="*/ 13 h 696"/>
                  <a:gd name="T10" fmla="*/ 1447 w 1447"/>
                  <a:gd name="T11" fmla="*/ 0 h 696"/>
                  <a:gd name="T12" fmla="*/ 0 w 1447"/>
                  <a:gd name="T13" fmla="*/ 0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7" h="696">
                    <a:moveTo>
                      <a:pt x="0" y="0"/>
                    </a:moveTo>
                    <a:cubicBezTo>
                      <a:pt x="4" y="5"/>
                      <a:pt x="7" y="9"/>
                      <a:pt x="11" y="13"/>
                    </a:cubicBezTo>
                    <a:cubicBezTo>
                      <a:pt x="659" y="660"/>
                      <a:pt x="659" y="660"/>
                      <a:pt x="659" y="660"/>
                    </a:cubicBezTo>
                    <a:cubicBezTo>
                      <a:pt x="695" y="696"/>
                      <a:pt x="753" y="696"/>
                      <a:pt x="789" y="660"/>
                    </a:cubicBezTo>
                    <a:cubicBezTo>
                      <a:pt x="1437" y="13"/>
                      <a:pt x="1437" y="13"/>
                      <a:pt x="1437" y="13"/>
                    </a:cubicBezTo>
                    <a:cubicBezTo>
                      <a:pt x="1441" y="9"/>
                      <a:pt x="1444" y="5"/>
                      <a:pt x="14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 rot="18900000">
                <a:off x="7432491" y="1793690"/>
                <a:ext cx="1548000" cy="1548000"/>
              </a:xfrm>
              <a:prstGeom prst="roundRect">
                <a:avLst>
                  <a:gd name="adj" fmla="val 6624"/>
                </a:avLst>
              </a:prstGeom>
              <a:blipFill dpi="0" rotWithShape="0">
                <a:blip r:embed="rId2"/>
                <a:srcRect/>
                <a:stretch>
                  <a:fillRect l="-71955" t="-10630" r="-6233" b="-816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 rot="18900000">
                <a:off x="9711315" y="-788931"/>
                <a:ext cx="3676937" cy="5493402"/>
              </a:xfrm>
              <a:custGeom>
                <a:avLst/>
                <a:gdLst>
                  <a:gd name="connsiteX0" fmla="*/ 1860472 w 3676937"/>
                  <a:gd name="connsiteY0" fmla="*/ 0 h 5493402"/>
                  <a:gd name="connsiteX1" fmla="*/ 3676937 w 3676937"/>
                  <a:gd name="connsiteY1" fmla="*/ 1816465 h 5493402"/>
                  <a:gd name="connsiteX2" fmla="*/ 0 w 3676937"/>
                  <a:gd name="connsiteY2" fmla="*/ 5493402 h 5493402"/>
                  <a:gd name="connsiteX3" fmla="*/ 0 w 3676937"/>
                  <a:gd name="connsiteY3" fmla="*/ 163370 h 5493402"/>
                  <a:gd name="connsiteX4" fmla="*/ 163370 w 3676937"/>
                  <a:gd name="connsiteY4" fmla="*/ 0 h 5493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6937" h="5493402">
                    <a:moveTo>
                      <a:pt x="1860472" y="0"/>
                    </a:moveTo>
                    <a:lnTo>
                      <a:pt x="3676937" y="1816465"/>
                    </a:lnTo>
                    <a:lnTo>
                      <a:pt x="0" y="5493402"/>
                    </a:lnTo>
                    <a:lnTo>
                      <a:pt x="0" y="163370"/>
                    </a:lnTo>
                    <a:cubicBezTo>
                      <a:pt x="0" y="73143"/>
                      <a:pt x="73143" y="0"/>
                      <a:pt x="163370" y="0"/>
                    </a:cubicBezTo>
                    <a:close/>
                  </a:path>
                </a:pathLst>
              </a:custGeom>
              <a:blipFill dpi="0" rotWithShape="0">
                <a:blip r:embed="rId3"/>
                <a:srcRect/>
                <a:stretch>
                  <a:fillRect l="-105192" t="4" r="-26880" b="-3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任意多边形: 形状 14"/>
              <p:cNvSpPr>
                <a:spLocks noChangeAspect="1"/>
              </p:cNvSpPr>
              <p:nvPr/>
            </p:nvSpPr>
            <p:spPr>
              <a:xfrm rot="18900000">
                <a:off x="7785046" y="3339138"/>
                <a:ext cx="3312000" cy="3312000"/>
              </a:xfrm>
              <a:custGeom>
                <a:avLst/>
                <a:gdLst>
                  <a:gd name="connsiteX0" fmla="*/ 3280259 w 3312000"/>
                  <a:gd name="connsiteY0" fmla="*/ 31741 h 3312000"/>
                  <a:gd name="connsiteX1" fmla="*/ 3312000 w 3312000"/>
                  <a:gd name="connsiteY1" fmla="*/ 108369 h 3312000"/>
                  <a:gd name="connsiteX2" fmla="*/ 3312000 w 3312000"/>
                  <a:gd name="connsiteY2" fmla="*/ 3203631 h 3312000"/>
                  <a:gd name="connsiteX3" fmla="*/ 3203631 w 3312000"/>
                  <a:gd name="connsiteY3" fmla="*/ 3312000 h 3312000"/>
                  <a:gd name="connsiteX4" fmla="*/ 677515 w 3312000"/>
                  <a:gd name="connsiteY4" fmla="*/ 3312000 h 3312000"/>
                  <a:gd name="connsiteX5" fmla="*/ 0 w 3312000"/>
                  <a:gd name="connsiteY5" fmla="*/ 2634485 h 3312000"/>
                  <a:gd name="connsiteX6" fmla="*/ 0 w 3312000"/>
                  <a:gd name="connsiteY6" fmla="*/ 108369 h 3312000"/>
                  <a:gd name="connsiteX7" fmla="*/ 108369 w 3312000"/>
                  <a:gd name="connsiteY7" fmla="*/ 0 h 3312000"/>
                  <a:gd name="connsiteX8" fmla="*/ 3203631 w 3312000"/>
                  <a:gd name="connsiteY8" fmla="*/ 0 h 3312000"/>
                  <a:gd name="connsiteX9" fmla="*/ 3280259 w 3312000"/>
                  <a:gd name="connsiteY9" fmla="*/ 31741 h 331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12000" h="3312000">
                    <a:moveTo>
                      <a:pt x="3280259" y="31741"/>
                    </a:moveTo>
                    <a:cubicBezTo>
                      <a:pt x="3299871" y="51351"/>
                      <a:pt x="3311999" y="78443"/>
                      <a:pt x="3312000" y="108369"/>
                    </a:cubicBezTo>
                    <a:lnTo>
                      <a:pt x="3312000" y="3203631"/>
                    </a:lnTo>
                    <a:cubicBezTo>
                      <a:pt x="3312000" y="3263482"/>
                      <a:pt x="3263482" y="3312000"/>
                      <a:pt x="3203631" y="3312000"/>
                    </a:cubicBezTo>
                    <a:lnTo>
                      <a:pt x="677515" y="3312000"/>
                    </a:lnTo>
                    <a:lnTo>
                      <a:pt x="0" y="2634485"/>
                    </a:lnTo>
                    <a:lnTo>
                      <a:pt x="0" y="108369"/>
                    </a:lnTo>
                    <a:cubicBezTo>
                      <a:pt x="0" y="48518"/>
                      <a:pt x="48518" y="0"/>
                      <a:pt x="108369" y="0"/>
                    </a:cubicBezTo>
                    <a:lnTo>
                      <a:pt x="3203631" y="0"/>
                    </a:lnTo>
                    <a:cubicBezTo>
                      <a:pt x="3233557" y="1"/>
                      <a:pt x="3260649" y="12129"/>
                      <a:pt x="3280259" y="31741"/>
                    </a:cubicBezTo>
                    <a:close/>
                  </a:path>
                </a:pathLst>
              </a:custGeom>
              <a:blipFill dpi="0" rotWithShape="0">
                <a:blip r:embed="rId4"/>
                <a:srcRect/>
                <a:stretch>
                  <a:fillRect l="-37683" t="-1267" r="-3996" b="-304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任意多边形: 形状 15"/>
              <p:cNvSpPr>
                <a:spLocks noChangeAspect="1"/>
              </p:cNvSpPr>
              <p:nvPr/>
            </p:nvSpPr>
            <p:spPr>
              <a:xfrm rot="18900000">
                <a:off x="4995805" y="5323829"/>
                <a:ext cx="3068344" cy="3068343"/>
              </a:xfrm>
              <a:custGeom>
                <a:avLst/>
                <a:gdLst>
                  <a:gd name="connsiteX0" fmla="*/ 3036604 w 3068344"/>
                  <a:gd name="connsiteY0" fmla="*/ 31740 h 3068343"/>
                  <a:gd name="connsiteX1" fmla="*/ 3068344 w 3068344"/>
                  <a:gd name="connsiteY1" fmla="*/ 108369 h 3068343"/>
                  <a:gd name="connsiteX2" fmla="*/ 3068344 w 3068344"/>
                  <a:gd name="connsiteY2" fmla="*/ 3068343 h 3068343"/>
                  <a:gd name="connsiteX3" fmla="*/ 0 w 3068344"/>
                  <a:gd name="connsiteY3" fmla="*/ 0 h 3068343"/>
                  <a:gd name="connsiteX4" fmla="*/ 2959975 w 3068344"/>
                  <a:gd name="connsiteY4" fmla="*/ 0 h 3068343"/>
                  <a:gd name="connsiteX5" fmla="*/ 3036604 w 3068344"/>
                  <a:gd name="connsiteY5" fmla="*/ 31740 h 306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8344" h="3068343">
                    <a:moveTo>
                      <a:pt x="3036604" y="31740"/>
                    </a:moveTo>
                    <a:cubicBezTo>
                      <a:pt x="3056215" y="51351"/>
                      <a:pt x="3068344" y="78443"/>
                      <a:pt x="3068344" y="108369"/>
                    </a:cubicBezTo>
                    <a:lnTo>
                      <a:pt x="3068344" y="3068343"/>
                    </a:lnTo>
                    <a:lnTo>
                      <a:pt x="0" y="0"/>
                    </a:lnTo>
                    <a:lnTo>
                      <a:pt x="2959975" y="0"/>
                    </a:lnTo>
                    <a:cubicBezTo>
                      <a:pt x="2989901" y="0"/>
                      <a:pt x="3016993" y="12129"/>
                      <a:pt x="3036604" y="31740"/>
                    </a:cubicBezTo>
                    <a:close/>
                  </a:path>
                </a:pathLst>
              </a:custGeom>
              <a:blipFill dpi="0" rotWithShape="0">
                <a:blip r:embed="rId5"/>
                <a:srcRect/>
                <a:stretch>
                  <a:fillRect l="-8801" t="-23457" r="-1751" b="-2705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1130299"/>
            <a:ext cx="6193975" cy="2189203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4512563"/>
            <a:ext cx="2880000" cy="288000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861087"/>
            <a:ext cx="2880000" cy="288000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pic>
        <p:nvPicPr>
          <p:cNvPr id="21" name="图片 20" descr="图标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7" y="223861"/>
            <a:ext cx="1022079" cy="131109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90000">
              <a:schemeClr val="accent1">
                <a:lumMod val="20000"/>
                <a:lumOff val="80000"/>
                <a:alpha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组合 13"/>
          <p:cNvGrpSpPr>
            <a:grpSpLocks noChangeAspect="1"/>
          </p:cNvGrpSpPr>
          <p:nvPr/>
        </p:nvGrpSpPr>
        <p:grpSpPr>
          <a:xfrm>
            <a:off x="272914" y="624084"/>
            <a:ext cx="360000" cy="272215"/>
            <a:chOff x="114481" y="692579"/>
            <a:chExt cx="423581" cy="320293"/>
          </a:xfrm>
        </p:grpSpPr>
        <p:sp>
          <p:nvSpPr>
            <p:cNvPr id="11" name="任意多边形: 形状 10"/>
            <p:cNvSpPr/>
            <p:nvPr/>
          </p:nvSpPr>
          <p:spPr bwMode="auto">
            <a:xfrm rot="16200000" flipH="1" flipV="1">
              <a:off x="249090" y="723900"/>
              <a:ext cx="320293" cy="257651"/>
            </a:xfrm>
            <a:custGeom>
              <a:avLst/>
              <a:gdLst>
                <a:gd name="T0" fmla="*/ 2408 w 5742"/>
                <a:gd name="T1" fmla="*/ 340 h 4618"/>
                <a:gd name="T2" fmla="*/ 231 w 5742"/>
                <a:gd name="T3" fmla="*/ 3776 h 4618"/>
                <a:gd name="T4" fmla="*/ 695 w 5742"/>
                <a:gd name="T5" fmla="*/ 4618 h 4618"/>
                <a:gd name="T6" fmla="*/ 5047 w 5742"/>
                <a:gd name="T7" fmla="*/ 4618 h 4618"/>
                <a:gd name="T8" fmla="*/ 5510 w 5742"/>
                <a:gd name="T9" fmla="*/ 3776 h 4618"/>
                <a:gd name="T10" fmla="*/ 3334 w 5742"/>
                <a:gd name="T11" fmla="*/ 340 h 4618"/>
                <a:gd name="T12" fmla="*/ 2408 w 5742"/>
                <a:gd name="T13" fmla="*/ 340 h 4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42" h="4618">
                  <a:moveTo>
                    <a:pt x="2408" y="340"/>
                  </a:moveTo>
                  <a:cubicBezTo>
                    <a:pt x="231" y="3776"/>
                    <a:pt x="231" y="3776"/>
                    <a:pt x="231" y="3776"/>
                  </a:cubicBezTo>
                  <a:cubicBezTo>
                    <a:pt x="0" y="4142"/>
                    <a:pt x="262" y="4618"/>
                    <a:pt x="695" y="4618"/>
                  </a:cubicBezTo>
                  <a:cubicBezTo>
                    <a:pt x="5047" y="4618"/>
                    <a:pt x="5047" y="4618"/>
                    <a:pt x="5047" y="4618"/>
                  </a:cubicBezTo>
                  <a:cubicBezTo>
                    <a:pt x="5479" y="4618"/>
                    <a:pt x="5742" y="4142"/>
                    <a:pt x="5510" y="3776"/>
                  </a:cubicBezTo>
                  <a:cubicBezTo>
                    <a:pt x="3334" y="340"/>
                    <a:pt x="3334" y="340"/>
                    <a:pt x="3334" y="340"/>
                  </a:cubicBezTo>
                  <a:cubicBezTo>
                    <a:pt x="3119" y="0"/>
                    <a:pt x="2623" y="0"/>
                    <a:pt x="2408" y="3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 bwMode="auto">
            <a:xfrm rot="16200000" flipH="1" flipV="1">
              <a:off x="83160" y="723900"/>
              <a:ext cx="320293" cy="257651"/>
            </a:xfrm>
            <a:custGeom>
              <a:avLst/>
              <a:gdLst>
                <a:gd name="T0" fmla="*/ 2408 w 5742"/>
                <a:gd name="T1" fmla="*/ 340 h 4618"/>
                <a:gd name="T2" fmla="*/ 231 w 5742"/>
                <a:gd name="T3" fmla="*/ 3776 h 4618"/>
                <a:gd name="T4" fmla="*/ 695 w 5742"/>
                <a:gd name="T5" fmla="*/ 4618 h 4618"/>
                <a:gd name="T6" fmla="*/ 5047 w 5742"/>
                <a:gd name="T7" fmla="*/ 4618 h 4618"/>
                <a:gd name="T8" fmla="*/ 5510 w 5742"/>
                <a:gd name="T9" fmla="*/ 3776 h 4618"/>
                <a:gd name="T10" fmla="*/ 3334 w 5742"/>
                <a:gd name="T11" fmla="*/ 340 h 4618"/>
                <a:gd name="T12" fmla="*/ 2408 w 5742"/>
                <a:gd name="T13" fmla="*/ 340 h 4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42" h="4618">
                  <a:moveTo>
                    <a:pt x="2408" y="340"/>
                  </a:moveTo>
                  <a:cubicBezTo>
                    <a:pt x="231" y="3776"/>
                    <a:pt x="231" y="3776"/>
                    <a:pt x="231" y="3776"/>
                  </a:cubicBezTo>
                  <a:cubicBezTo>
                    <a:pt x="0" y="4142"/>
                    <a:pt x="262" y="4618"/>
                    <a:pt x="695" y="4618"/>
                  </a:cubicBezTo>
                  <a:cubicBezTo>
                    <a:pt x="5047" y="4618"/>
                    <a:pt x="5047" y="4618"/>
                    <a:pt x="5047" y="4618"/>
                  </a:cubicBezTo>
                  <a:cubicBezTo>
                    <a:pt x="5479" y="4618"/>
                    <a:pt x="5742" y="4142"/>
                    <a:pt x="5510" y="3776"/>
                  </a:cubicBezTo>
                  <a:cubicBezTo>
                    <a:pt x="3334" y="340"/>
                    <a:pt x="3334" y="340"/>
                    <a:pt x="3334" y="340"/>
                  </a:cubicBezTo>
                  <a:cubicBezTo>
                    <a:pt x="3119" y="0"/>
                    <a:pt x="2623" y="0"/>
                    <a:pt x="2408" y="340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</p:grp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780838" y="1314157"/>
            <a:ext cx="1589370" cy="2038806"/>
          </a:xfrm>
          <a:prstGeom prst="rect">
            <a:avLst/>
          </a:prstGeom>
        </p:spPr>
      </p:pic>
      <p:pic>
        <p:nvPicPr>
          <p:cNvPr id="12" name="图片 11" descr="图标&#10;&#10;描述已自动生成"/>
          <p:cNvPicPr>
            <a:picLocks noChangeAspect="1"/>
          </p:cNvPicPr>
          <p:nvPr userDrawn="1"/>
        </p:nvPicPr>
        <p:blipFill>
          <a:blip r:embed="rId1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3251566" y="4170576"/>
            <a:ext cx="1589370" cy="2038806"/>
          </a:xfrm>
          <a:prstGeom prst="rect">
            <a:avLst/>
          </a:prstGeom>
        </p:spPr>
      </p:pic>
      <p:pic>
        <p:nvPicPr>
          <p:cNvPr id="15" name="图片 14" descr="图标&#10;&#10;描述已自动生成"/>
          <p:cNvPicPr>
            <a:picLocks noChangeAspect="1"/>
          </p:cNvPicPr>
          <p:nvPr userDrawn="1"/>
        </p:nvPicPr>
        <p:blipFill>
          <a:blip r:embed="rId1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6959966" y="4170576"/>
            <a:ext cx="1589370" cy="2038806"/>
          </a:xfrm>
          <a:prstGeom prst="rect">
            <a:avLst/>
          </a:prstGeom>
        </p:spPr>
      </p:pic>
      <p:pic>
        <p:nvPicPr>
          <p:cNvPr id="16" name="图片 15" descr="图标&#10;&#10;描述已自动生成"/>
          <p:cNvPicPr>
            <a:picLocks noChangeAspect="1"/>
          </p:cNvPicPr>
          <p:nvPr userDrawn="1"/>
        </p:nvPicPr>
        <p:blipFill>
          <a:blip r:embed="rId1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9674533" y="1314157"/>
            <a:ext cx="1589370" cy="2038806"/>
          </a:xfrm>
          <a:prstGeom prst="rect">
            <a:avLst/>
          </a:prstGeom>
        </p:spPr>
      </p:pic>
      <p:pic>
        <p:nvPicPr>
          <p:cNvPr id="17" name="图片 16" descr="图标&#10;&#10;描述已自动生成"/>
          <p:cNvPicPr>
            <a:picLocks noChangeAspect="1"/>
          </p:cNvPicPr>
          <p:nvPr userDrawn="1"/>
        </p:nvPicPr>
        <p:blipFill>
          <a:blip r:embed="rId1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5181966" y="1314157"/>
            <a:ext cx="1589370" cy="20388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jpeg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 userDrawn="1">
            <p:ph type="ctrTitle" hasCustomPrompt="1"/>
          </p:nvPr>
        </p:nvSpPr>
        <p:spPr>
          <a:xfrm>
            <a:off x="558798" y="1779023"/>
            <a:ext cx="10058402" cy="2160000"/>
          </a:xfrm>
        </p:spPr>
        <p:txBody>
          <a:bodyPr>
            <a:normAutofit/>
          </a:bodyPr>
          <a:lstStyle/>
          <a:p>
            <a:r>
              <a:rPr lang="zh-CN" altLang="en-US" sz="3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深圳智信方略工程咨询有限公司</a:t>
            </a:r>
            <a:endParaRPr lang="en-US" sz="3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副标题 8"/>
          <p:cNvSpPr>
            <a:spLocks noGrp="1"/>
          </p:cNvSpPr>
          <p:nvPr userDrawn="1">
            <p:ph type="subTitle" sz="quarter" idx="1" hasCustomPrompt="1"/>
          </p:nvPr>
        </p:nvSpPr>
        <p:spPr>
          <a:xfrm>
            <a:off x="558798" y="4099331"/>
            <a:ext cx="9753602" cy="607446"/>
          </a:xfrm>
        </p:spPr>
        <p:txBody>
          <a:bodyPr>
            <a:normAutofit/>
          </a:bodyPr>
          <a:lstStyle/>
          <a:p>
            <a:r>
              <a:rPr lang="zh-CN" altLang="en-US" sz="22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第三方检测服务专题汇报</a:t>
            </a:r>
            <a:endParaRPr lang="en-US" sz="2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 userDrawn="1">
            <p:ph type="title" hasCustomPrompt="1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第三方检测服务</a:t>
            </a:r>
            <a:endParaRPr lang="en-US" sz="3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 userDrawn="1">
            <p:ph type="body" sz="quarter" idx="1" hasCustomPrompt="1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18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资质、标准、能力、流程与场景</a:t>
            </a:r>
            <a:endParaRPr 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服务定位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42228" y="5566187"/>
            <a:ext cx="725442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600" b="1">
                <a:solidFill>
                  <a:srgbClr val="0E6EB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专业检测  客观公正  结果可信</a:t>
            </a:r>
            <a:endParaRPr lang="zh-CN" altLang="en-US" sz="2600" b="1" dirty="0">
              <a:solidFill>
                <a:srgbClr val="0E6EB8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42229" y="1317134"/>
            <a:ext cx="7338786" cy="2808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智信方略依托工程咨询与信息化项目服务经验，面向客户与领导决策场景，提供独立、公正、可追溯的第三方检测与测评服务。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围绕软件系统、机房环境、弱电智能化及专项验收需求，聚焦功能核验、性能验证、安全检查、标准符合性审查和成果留痕。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通过“依据明确、过程规范、结论可信、交付完整”的服务闭环，支撑项目建设、阶段复核、竣工验收和后续审计。</a:t>
            </a:r>
            <a:endParaRPr lang="zh-CN" alt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85" y="1532621"/>
            <a:ext cx="3030509" cy="4015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18686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资质与核心能力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D5CA53D0-3C5C-3DF7-DA1D-7F322581CD9A}"/>
              </a:ext>
            </a:extLst>
          </p:cNvPr>
          <p:cNvSpPr/>
          <p:nvPr/>
        </p:nvSpPr>
        <p:spPr>
          <a:xfrm>
            <a:off x="619759" y="1163319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19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服务理念：科学 </a:t>
            </a:r>
            <a:r>
              <a:rPr lang="en-US" altLang="zh-CN" sz="19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· </a:t>
            </a:r>
            <a:r>
              <a:rPr lang="zh-CN" altLang="en-US" sz="19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规范 </a:t>
            </a:r>
            <a:r>
              <a:rPr lang="en-US" altLang="zh-CN" sz="19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· </a:t>
            </a:r>
            <a:r>
              <a:rPr lang="zh-CN" altLang="en-US" sz="19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公正 </a:t>
            </a:r>
            <a:r>
              <a:rPr lang="en-US" altLang="zh-CN" sz="19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· </a:t>
            </a:r>
            <a:r>
              <a:rPr lang="zh-CN" altLang="en-US" sz="19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独立</a:t>
            </a:r>
            <a:endParaRPr lang="en-US" sz="19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6AD6BCEA-5EE3-1548-4521-853BE359D549}"/>
              </a:ext>
            </a:extLst>
          </p:cNvPr>
          <p:cNvSpPr/>
          <p:nvPr/>
        </p:nvSpPr>
        <p:spPr>
          <a:xfrm>
            <a:off x="609600" y="1651000"/>
            <a:ext cx="2590800" cy="1905000"/>
          </a:xfrm>
          <a:prstGeom prst="roundRect">
            <a:avLst>
              <a:gd name="adj" fmla="val 6666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0070C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j-ea"/>
              <a:ea typeface="+mj-e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63B8B4-E2CB-63EE-6D9D-D8CE3557C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1854200"/>
            <a:ext cx="406400" cy="406400"/>
          </a:xfrm>
          <a:prstGeom prst="rect">
            <a:avLst/>
          </a:prstGeom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87063699-E5F1-23B5-6B56-1725E29830A7}"/>
              </a:ext>
            </a:extLst>
          </p:cNvPr>
          <p:cNvSpPr/>
          <p:nvPr/>
        </p:nvSpPr>
        <p:spPr>
          <a:xfrm>
            <a:off x="812800" y="2286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权威资质认证</a:t>
            </a:r>
            <a:endParaRPr 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D196DC64-37A3-99C7-6390-20363D0ABC5E}"/>
              </a:ext>
            </a:extLst>
          </p:cNvPr>
          <p:cNvSpPr/>
          <p:nvPr/>
        </p:nvSpPr>
        <p:spPr>
          <a:xfrm>
            <a:off x="812800" y="2641600"/>
            <a:ext cx="2276836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1500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具备 </a:t>
            </a:r>
            <a:r>
              <a:rPr lang="en-US" altLang="zh-CN" sz="1500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CMA </a:t>
            </a:r>
            <a:r>
              <a:rPr lang="zh-CN" altLang="en-US" sz="1500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资质，检测结果可作为项目验收、成果复核与审计留痕的重要依据。</a:t>
            </a:r>
            <a:endParaRPr lang="en-US" sz="15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9BB5D99C-366E-1573-079E-E1F04573D34E}"/>
              </a:ext>
            </a:extLst>
          </p:cNvPr>
          <p:cNvSpPr/>
          <p:nvPr/>
        </p:nvSpPr>
        <p:spPr>
          <a:xfrm>
            <a:off x="3403600" y="1651000"/>
            <a:ext cx="2590800" cy="1905000"/>
          </a:xfrm>
          <a:prstGeom prst="roundRect">
            <a:avLst>
              <a:gd name="adj" fmla="val 6666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0070C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j-ea"/>
              <a:ea typeface="+mj-e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545D8F-D073-B05D-E608-0E74CCD83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6800" y="1854200"/>
            <a:ext cx="406400" cy="406400"/>
          </a:xfrm>
          <a:prstGeom prst="rect">
            <a:avLst/>
          </a:prstGeom>
        </p:spPr>
      </p:pic>
      <p:sp>
        <p:nvSpPr>
          <p:cNvPr id="12" name="AutoShape 11">
            <a:extLst>
              <a:ext uri="{FF2B5EF4-FFF2-40B4-BE49-F238E27FC236}">
                <a16:creationId xmlns:a16="http://schemas.microsoft.com/office/drawing/2014/main" id="{2344960A-3158-28B5-DD1D-E618B5E57FF4}"/>
              </a:ext>
            </a:extLst>
          </p:cNvPr>
          <p:cNvSpPr/>
          <p:nvPr/>
        </p:nvSpPr>
        <p:spPr>
          <a:xfrm>
            <a:off x="3606800" y="2286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专业实施团队</a:t>
            </a:r>
            <a:endParaRPr 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54FC333F-E6AC-9B99-63B9-FEF3BB742AA0}"/>
              </a:ext>
            </a:extLst>
          </p:cNvPr>
          <p:cNvSpPr/>
          <p:nvPr/>
        </p:nvSpPr>
        <p:spPr>
          <a:xfrm>
            <a:off x="3403599" y="2641600"/>
            <a:ext cx="247332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1500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由工程师与技术人员协同实施，覆盖资料确认、测试执行、结果分析与报告复核。</a:t>
            </a:r>
            <a:endParaRPr lang="en-US" sz="15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8770E9E3-F224-C317-FE00-A433CD9FBD79}"/>
              </a:ext>
            </a:extLst>
          </p:cNvPr>
          <p:cNvSpPr/>
          <p:nvPr/>
        </p:nvSpPr>
        <p:spPr>
          <a:xfrm>
            <a:off x="6197600" y="1651000"/>
            <a:ext cx="2590800" cy="1905000"/>
          </a:xfrm>
          <a:prstGeom prst="roundRect">
            <a:avLst>
              <a:gd name="adj" fmla="val 6666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0070C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j-ea"/>
              <a:ea typeface="+mj-e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7C0CFE-38B0-203A-5BEB-609C1F030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0" y="1854200"/>
            <a:ext cx="406400" cy="406400"/>
          </a:xfrm>
          <a:prstGeom prst="rect">
            <a:avLst/>
          </a:prstGeom>
        </p:spPr>
      </p:pic>
      <p:sp>
        <p:nvSpPr>
          <p:cNvPr id="16" name="AutoShape 15">
            <a:extLst>
              <a:ext uri="{FF2B5EF4-FFF2-40B4-BE49-F238E27FC236}">
                <a16:creationId xmlns:a16="http://schemas.microsoft.com/office/drawing/2014/main" id="{D2071D65-B931-3A37-83CA-49BAA322410B}"/>
              </a:ext>
            </a:extLst>
          </p:cNvPr>
          <p:cNvSpPr/>
          <p:nvPr/>
        </p:nvSpPr>
        <p:spPr>
          <a:xfrm>
            <a:off x="6400800" y="2286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标准规范执行</a:t>
            </a:r>
            <a:endParaRPr 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82340299-2523-B83E-5B74-CAB67FF805BB}"/>
              </a:ext>
            </a:extLst>
          </p:cNvPr>
          <p:cNvSpPr/>
          <p:nvPr/>
        </p:nvSpPr>
        <p:spPr>
          <a:xfrm>
            <a:off x="6248400" y="2641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1500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依据项目测评文件及国家、行业、地方现行规范开展检测，过程可追溯。</a:t>
            </a:r>
            <a:endParaRPr lang="en-US" sz="15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7F95B94A-3ACC-908F-DF14-E1B8E2EF2FB6}"/>
              </a:ext>
            </a:extLst>
          </p:cNvPr>
          <p:cNvSpPr/>
          <p:nvPr/>
        </p:nvSpPr>
        <p:spPr>
          <a:xfrm>
            <a:off x="8991600" y="1651000"/>
            <a:ext cx="2590800" cy="1905000"/>
          </a:xfrm>
          <a:prstGeom prst="roundRect">
            <a:avLst>
              <a:gd name="adj" fmla="val 6666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0070C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j-ea"/>
              <a:ea typeface="+mj-e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CC4C9D-6BBD-6B8E-74FE-58DD928EC0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94800" y="1854200"/>
            <a:ext cx="406400" cy="406400"/>
          </a:xfrm>
          <a:prstGeom prst="rect">
            <a:avLst/>
          </a:prstGeom>
        </p:spPr>
      </p:pic>
      <p:sp>
        <p:nvSpPr>
          <p:cNvPr id="20" name="AutoShape 19">
            <a:extLst>
              <a:ext uri="{FF2B5EF4-FFF2-40B4-BE49-F238E27FC236}">
                <a16:creationId xmlns:a16="http://schemas.microsoft.com/office/drawing/2014/main" id="{85C3A62F-8287-0980-02CB-506D24398810}"/>
              </a:ext>
            </a:extLst>
          </p:cNvPr>
          <p:cNvSpPr/>
          <p:nvPr/>
        </p:nvSpPr>
        <p:spPr>
          <a:xfrm>
            <a:off x="9194800" y="2286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全流程成果交付</a:t>
            </a:r>
            <a:endParaRPr 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71858943-8DB5-8654-6C59-69AEE1A08972}"/>
              </a:ext>
            </a:extLst>
          </p:cNvPr>
          <p:cNvSpPr/>
          <p:nvPr/>
        </p:nvSpPr>
        <p:spPr>
          <a:xfrm>
            <a:off x="9010650" y="2698750"/>
            <a:ext cx="2527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1500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形成原始记录、问题清单、检测结论及正式报告，满足项目交付与管理需要。</a:t>
            </a:r>
            <a:endParaRPr lang="en-US" sz="15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8705DA75-7F82-8CEB-C4FB-02084DB9640E}"/>
              </a:ext>
            </a:extLst>
          </p:cNvPr>
          <p:cNvCxnSpPr/>
          <p:nvPr/>
        </p:nvCxnSpPr>
        <p:spPr>
          <a:xfrm rot="-3978">
            <a:off x="609604" y="37401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0715AAB-8FF6-6FE6-0AEB-895DAEA262D5}"/>
              </a:ext>
            </a:extLst>
          </p:cNvPr>
          <p:cNvGrpSpPr/>
          <p:nvPr/>
        </p:nvGrpSpPr>
        <p:grpSpPr>
          <a:xfrm>
            <a:off x="6248400" y="3937000"/>
            <a:ext cx="5486400" cy="2311400"/>
            <a:chOff x="6248400" y="3937000"/>
            <a:chExt cx="5486400" cy="2311400"/>
          </a:xfrm>
        </p:grpSpPr>
        <p:sp>
          <p:nvSpPr>
            <p:cNvPr id="38" name="AutoShape 31">
              <a:extLst>
                <a:ext uri="{FF2B5EF4-FFF2-40B4-BE49-F238E27FC236}">
                  <a16:creationId xmlns:a16="http://schemas.microsoft.com/office/drawing/2014/main" id="{9F338BE3-DA6F-7EDE-D8A2-AE614D117D36}"/>
                </a:ext>
              </a:extLst>
            </p:cNvPr>
            <p:cNvSpPr/>
            <p:nvPr/>
          </p:nvSpPr>
          <p:spPr>
            <a:xfrm>
              <a:off x="6248400" y="3937000"/>
              <a:ext cx="161544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2000" b="1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适用范围</a:t>
              </a:r>
              <a:endParaRPr 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pic>
          <p:nvPicPr>
            <p:cNvPr id="39" name="Picture 32">
              <a:extLst>
                <a:ext uri="{FF2B5EF4-FFF2-40B4-BE49-F238E27FC236}">
                  <a16:creationId xmlns:a16="http://schemas.microsoft.com/office/drawing/2014/main" id="{A6A29582-942B-F86B-141B-D130F0E76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248400" y="4495801"/>
              <a:ext cx="254000" cy="254000"/>
            </a:xfrm>
            <a:prstGeom prst="rect">
              <a:avLst/>
            </a:prstGeom>
          </p:spPr>
        </p:pic>
        <p:sp>
          <p:nvSpPr>
            <p:cNvPr id="40" name="AutoShape 33">
              <a:extLst>
                <a:ext uri="{FF2B5EF4-FFF2-40B4-BE49-F238E27FC236}">
                  <a16:creationId xmlns:a16="http://schemas.microsoft.com/office/drawing/2014/main" id="{DE4C1F83-0B7F-7C2A-C964-D293F65B07FA}"/>
                </a:ext>
              </a:extLst>
            </p:cNvPr>
            <p:cNvSpPr/>
            <p:nvPr/>
          </p:nvSpPr>
          <p:spPr>
            <a:xfrm>
              <a:off x="6654800" y="4333240"/>
              <a:ext cx="5080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6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软件系统：功能、性能、安全、兼容性等。</a:t>
              </a:r>
              <a:endParaRPr 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pic>
          <p:nvPicPr>
            <p:cNvPr id="41" name="Picture 34">
              <a:extLst>
                <a:ext uri="{FF2B5EF4-FFF2-40B4-BE49-F238E27FC236}">
                  <a16:creationId xmlns:a16="http://schemas.microsoft.com/office/drawing/2014/main" id="{34EACDF7-2FFE-1AA3-6854-99462F8F9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248400" y="5334000"/>
              <a:ext cx="254000" cy="254000"/>
            </a:xfrm>
            <a:prstGeom prst="rect">
              <a:avLst/>
            </a:prstGeom>
          </p:spPr>
        </p:pic>
        <p:sp>
          <p:nvSpPr>
            <p:cNvPr id="42" name="AutoShape 35">
              <a:extLst>
                <a:ext uri="{FF2B5EF4-FFF2-40B4-BE49-F238E27FC236}">
                  <a16:creationId xmlns:a16="http://schemas.microsoft.com/office/drawing/2014/main" id="{C39A677F-8794-1D63-2A73-934B20C11C50}"/>
                </a:ext>
              </a:extLst>
            </p:cNvPr>
            <p:cNvSpPr/>
            <p:nvPr/>
          </p:nvSpPr>
          <p:spPr>
            <a:xfrm>
              <a:off x="6654800" y="5140960"/>
              <a:ext cx="5080000" cy="609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6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机房与场地：净高、温湿度、噪声、接地电阻、照明等。</a:t>
              </a:r>
              <a:endParaRPr 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pic>
          <p:nvPicPr>
            <p:cNvPr id="43" name="Picture 36">
              <a:extLst>
                <a:ext uri="{FF2B5EF4-FFF2-40B4-BE49-F238E27FC236}">
                  <a16:creationId xmlns:a16="http://schemas.microsoft.com/office/drawing/2014/main" id="{7578882C-89E4-AA46-48D8-8CADBA23E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248400" y="5969000"/>
              <a:ext cx="254000" cy="254000"/>
            </a:xfrm>
            <a:prstGeom prst="rect">
              <a:avLst/>
            </a:prstGeom>
          </p:spPr>
        </p:pic>
        <p:sp>
          <p:nvSpPr>
            <p:cNvPr id="44" name="AutoShape 37">
              <a:extLst>
                <a:ext uri="{FF2B5EF4-FFF2-40B4-BE49-F238E27FC236}">
                  <a16:creationId xmlns:a16="http://schemas.microsoft.com/office/drawing/2014/main" id="{D628ADB6-A84B-6E85-8A64-16E63544C63E}"/>
                </a:ext>
              </a:extLst>
            </p:cNvPr>
            <p:cNvSpPr/>
            <p:nvPr/>
          </p:nvSpPr>
          <p:spPr>
            <a:xfrm>
              <a:off x="6654800" y="5943600"/>
              <a:ext cx="5080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6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弱电智能化：子系统功能核验、联动校验、专项验收支撑。</a:t>
              </a:r>
              <a:endParaRPr 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48" name="图片 47">
            <a:extLst>
              <a:ext uri="{FF2B5EF4-FFF2-40B4-BE49-F238E27FC236}">
                <a16:creationId xmlns:a16="http://schemas.microsoft.com/office/drawing/2014/main" id="{0885F164-1686-E8B7-FC00-AC5F9719549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89636" y="3911590"/>
            <a:ext cx="1847127" cy="26109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2FD5A3F6-6E43-13D8-8FBC-24F09ED1FCA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276520" y="4295469"/>
            <a:ext cx="2632886" cy="1865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1984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标准依据与评价维度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0250" y="1121138"/>
            <a:ext cx="10954359" cy="5323397"/>
            <a:chOff x="660400" y="1083038"/>
            <a:chExt cx="10954359" cy="5323397"/>
          </a:xfrm>
        </p:grpSpPr>
        <p:grpSp>
          <p:nvGrpSpPr>
            <p:cNvPr id="42" name="组合 41"/>
            <p:cNvGrpSpPr/>
            <p:nvPr/>
          </p:nvGrpSpPr>
          <p:grpSpPr>
            <a:xfrm>
              <a:off x="660400" y="1083038"/>
              <a:ext cx="10871200" cy="5323397"/>
              <a:chOff x="660400" y="998888"/>
              <a:chExt cx="10871200" cy="5323397"/>
            </a:xfrm>
          </p:grpSpPr>
          <p:sp>
            <p:nvSpPr>
              <p:cNvPr id="4" name="Arc 9_1"/>
              <p:cNvSpPr/>
              <p:nvPr/>
            </p:nvSpPr>
            <p:spPr>
              <a:xfrm>
                <a:off x="660400" y="5201925"/>
                <a:ext cx="10871200" cy="1043695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sp>
            <p:nvSpPr>
              <p:cNvPr id="5" name="Arc 9_1_1"/>
              <p:cNvSpPr/>
              <p:nvPr/>
            </p:nvSpPr>
            <p:spPr>
              <a:xfrm>
                <a:off x="1346200" y="4858475"/>
                <a:ext cx="9499600" cy="1053295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660400" y="169360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31" name="ComponentBackground1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2" name="Bullet1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lang="zh-CN" altLang="en-US" sz="1700" b="1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软件测试规范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lang="en-US" altLang="zh-CN" sz="1700" b="1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GB/T 15532-2008</a:t>
                    </a:r>
                    <a:endParaRPr kumimoji="0" lang="de-DE" sz="17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" name="Number1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01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2826819" y="134624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25" name="组合 24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27" name="ComponentBackground2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28" name="Bullet2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7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软件质量要求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fr-FR" altLang="zh-CN" sz="17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GB/T 25000.51-2016</a:t>
                    </a:r>
                    <a:endParaRPr kumimoji="0" lang="de-DE" sz="17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" name="Number2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02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4993238" y="99888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23" name="ComponentBackground3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24" name="Bullet3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7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代码审计规范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en-US" altLang="zh-CN" sz="17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GB/T 39412-2020</a:t>
                    </a:r>
                    <a:endParaRPr kumimoji="0" lang="de-DE" sz="17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" name="Number3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03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159657" y="1437616"/>
                <a:ext cx="1964960" cy="2852052"/>
                <a:chOff x="1131454" y="2854400"/>
                <a:chExt cx="2198346" cy="3190800"/>
              </a:xfrm>
            </p:grpSpPr>
            <p:grpSp>
              <p:nvGrpSpPr>
                <p:cNvPr id="17" name="组合 16"/>
                <p:cNvGrpSpPr/>
                <p:nvPr/>
              </p:nvGrpSpPr>
              <p:grpSpPr>
                <a:xfrm>
                  <a:off x="1131454" y="3361596"/>
                  <a:ext cx="2198346" cy="2683604"/>
                  <a:chOff x="660400" y="4217034"/>
                  <a:chExt cx="2007837" cy="1884867"/>
                </a:xfrm>
              </p:grpSpPr>
              <p:sp>
                <p:nvSpPr>
                  <p:cNvPr id="19" name="ComponentBackground4"/>
                  <p:cNvSpPr/>
                  <p:nvPr/>
                </p:nvSpPr>
                <p:spPr>
                  <a:xfrm>
                    <a:off x="660400" y="4217034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20" name="Bullet4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5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场地</a:t>
                    </a:r>
                    <a:r>
                      <a:rPr kumimoji="0" lang="en-US" altLang="zh-CN" sz="15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/</a:t>
                    </a:r>
                    <a:r>
                      <a:rPr kumimoji="0" lang="zh-CN" altLang="en-US" sz="15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数据中心规范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fr-FR" altLang="zh-CN" sz="15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GB/T 2887-2011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fr-FR" altLang="zh-CN" sz="15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GB 50174-2017</a:t>
                    </a:r>
                    <a:endParaRPr kumimoji="0" lang="de-DE" sz="15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" name="Number4"/>
                <p:cNvSpPr/>
                <p:nvPr/>
              </p:nvSpPr>
              <p:spPr>
                <a:xfrm>
                  <a:off x="1727179" y="2854400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04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9326076" y="169360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13" name="组合 12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15" name="ComponentBackground5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16" name="Bullet5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7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实验室能力要求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fr-FR" altLang="zh-CN" sz="17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GB/T 27025-2019</a:t>
                    </a:r>
                    <a:endParaRPr kumimoji="0" lang="de-DE" sz="17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" name="Number5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05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sp>
            <p:nvSpPr>
              <p:cNvPr id="12" name="Arc 9_1_1"/>
              <p:cNvSpPr/>
              <p:nvPr/>
            </p:nvSpPr>
            <p:spPr>
              <a:xfrm>
                <a:off x="2292096" y="4592173"/>
                <a:ext cx="7607808" cy="831007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sp>
            <p:nvSpPr>
              <p:cNvPr id="33" name="Title"/>
              <p:cNvSpPr>
                <a:spLocks noChangeAspect="1"/>
              </p:cNvSpPr>
              <p:nvPr/>
            </p:nvSpPr>
            <p:spPr>
              <a:xfrm>
                <a:off x="4766390" y="5862771"/>
                <a:ext cx="2480107" cy="4595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r>
                  <a:rPr lang="zh-CN" altLang="en-US" b="1">
                    <a:solidFill>
                      <a:schemeClr val="accent2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检测维度</a:t>
                </a:r>
                <a:endParaRPr lang="en-US" altLang="zh-CN" b="1" dirty="0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6" name="立方体 35"/>
              <p:cNvSpPr/>
              <p:nvPr/>
            </p:nvSpPr>
            <p:spPr>
              <a:xfrm>
                <a:off x="5670817" y="3874668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环境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7" name="立方体 36"/>
              <p:cNvSpPr/>
              <p:nvPr/>
            </p:nvSpPr>
            <p:spPr>
              <a:xfrm>
                <a:off x="6872287" y="3835013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2">
                      <a:lumMod val="67000"/>
                    </a:schemeClr>
                  </a:gs>
                  <a:gs pos="48000">
                    <a:schemeClr val="accent2">
                      <a:lumMod val="97000"/>
                      <a:lumOff val="3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交付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8" name="立方体 37"/>
              <p:cNvSpPr/>
              <p:nvPr/>
            </p:nvSpPr>
            <p:spPr>
              <a:xfrm>
                <a:off x="8073757" y="3756221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功能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9" name="Arc 9_1_1"/>
              <p:cNvSpPr/>
              <p:nvPr/>
            </p:nvSpPr>
            <p:spPr>
              <a:xfrm>
                <a:off x="2292096" y="4589377"/>
                <a:ext cx="7607808" cy="831007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sp>
            <p:nvSpPr>
              <p:cNvPr id="40" name="立方体 39"/>
              <p:cNvSpPr/>
              <p:nvPr/>
            </p:nvSpPr>
            <p:spPr>
              <a:xfrm>
                <a:off x="3144373" y="3756221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性能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41" name="立方体 40"/>
              <p:cNvSpPr/>
              <p:nvPr/>
            </p:nvSpPr>
            <p:spPr>
              <a:xfrm>
                <a:off x="4381113" y="3871872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2">
                      <a:lumMod val="67000"/>
                    </a:schemeClr>
                  </a:gs>
                  <a:gs pos="48000">
                    <a:schemeClr val="accent2">
                      <a:lumMod val="97000"/>
                      <a:lumOff val="3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安全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sp>
          <p:nvSpPr>
            <p:cNvPr id="43" name="Title"/>
            <p:cNvSpPr>
              <a:spLocks noChangeAspect="1"/>
            </p:cNvSpPr>
            <p:nvPr/>
          </p:nvSpPr>
          <p:spPr>
            <a:xfrm rot="370509">
              <a:off x="852826" y="5759729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统一依据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4" name="Title"/>
            <p:cNvSpPr>
              <a:spLocks noChangeAspect="1"/>
            </p:cNvSpPr>
            <p:nvPr/>
          </p:nvSpPr>
          <p:spPr>
            <a:xfrm>
              <a:off x="2621293" y="5895613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统一方法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5" name="Title"/>
            <p:cNvSpPr>
              <a:spLocks noChangeAspect="1"/>
            </p:cNvSpPr>
            <p:nvPr/>
          </p:nvSpPr>
          <p:spPr>
            <a:xfrm rot="21192967">
              <a:off x="9134652" y="5721097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统一交付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Title"/>
            <p:cNvSpPr>
              <a:spLocks noChangeAspect="1"/>
            </p:cNvSpPr>
            <p:nvPr/>
          </p:nvSpPr>
          <p:spPr>
            <a:xfrm rot="21400895">
              <a:off x="6734270" y="5918326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统一记录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1" name="Title"/>
            <p:cNvSpPr>
              <a:spLocks noChangeAspect="1"/>
            </p:cNvSpPr>
            <p:nvPr/>
          </p:nvSpPr>
          <p:spPr>
            <a:xfrm rot="370509">
              <a:off x="1105888" y="5321001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结果可信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2" name="Title"/>
            <p:cNvSpPr>
              <a:spLocks noChangeAspect="1"/>
            </p:cNvSpPr>
            <p:nvPr/>
          </p:nvSpPr>
          <p:spPr>
            <a:xfrm rot="192886">
              <a:off x="3056295" y="5466732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质量可量化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3" name="Title"/>
            <p:cNvSpPr>
              <a:spLocks noChangeAspect="1"/>
            </p:cNvSpPr>
            <p:nvPr/>
          </p:nvSpPr>
          <p:spPr>
            <a:xfrm rot="21192967">
              <a:off x="8548315" y="5319853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交付可采信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4" name="Title"/>
            <p:cNvSpPr>
              <a:spLocks noChangeAspect="1"/>
            </p:cNvSpPr>
            <p:nvPr/>
          </p:nvSpPr>
          <p:spPr>
            <a:xfrm rot="21355094">
              <a:off x="6573665" y="5476386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依据可追溯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5" name="Title"/>
            <p:cNvSpPr>
              <a:spLocks noChangeAspect="1"/>
            </p:cNvSpPr>
            <p:nvPr/>
          </p:nvSpPr>
          <p:spPr>
            <a:xfrm>
              <a:off x="4783668" y="5544078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风险可识别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3944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检测服务矩阵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Title"/>
          <p:cNvSpPr>
            <a:spLocks noChangeAspect="1"/>
          </p:cNvSpPr>
          <p:nvPr/>
        </p:nvSpPr>
        <p:spPr>
          <a:xfrm>
            <a:off x="666750" y="1105166"/>
            <a:ext cx="10858500" cy="867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rmAutofit/>
          </a:bodyPr>
          <a:lstStyle/>
          <a:p>
            <a:pPr algn="ctr">
              <a:buSzPct val="25000"/>
            </a:pPr>
            <a:r>
              <a:rPr lang="zh-CN" altLang="en-US" sz="2700" b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第三方检测服务矩阵</a:t>
            </a:r>
            <a:endParaRPr lang="en-US" altLang="zh-CN" sz="2700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63550" y="1902940"/>
            <a:ext cx="11684000" cy="3542003"/>
            <a:chOff x="615950" y="1972790"/>
            <a:chExt cx="11684000" cy="3542003"/>
          </a:xfrm>
        </p:grpSpPr>
        <p:grpSp>
          <p:nvGrpSpPr>
            <p:cNvPr id="43" name="组合 42"/>
            <p:cNvGrpSpPr/>
            <p:nvPr/>
          </p:nvGrpSpPr>
          <p:grpSpPr>
            <a:xfrm>
              <a:off x="615950" y="1972790"/>
              <a:ext cx="11106150" cy="2692399"/>
              <a:chOff x="615950" y="2616200"/>
              <a:chExt cx="11106150" cy="2692399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615950" y="2616200"/>
                <a:ext cx="11106150" cy="2692399"/>
                <a:chOff x="603250" y="1879600"/>
                <a:chExt cx="11588750" cy="2733675"/>
              </a:xfrm>
            </p:grpSpPr>
            <p:sp>
              <p:nvSpPr>
                <p:cNvPr id="3" name="六边形 2"/>
                <p:cNvSpPr/>
                <p:nvPr/>
              </p:nvSpPr>
              <p:spPr>
                <a:xfrm>
                  <a:off x="603250" y="1879600"/>
                  <a:ext cx="2184400" cy="1771650"/>
                </a:xfrm>
                <a:prstGeom prst="hexagon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六边形 3"/>
                <p:cNvSpPr/>
                <p:nvPr/>
              </p:nvSpPr>
              <p:spPr>
                <a:xfrm>
                  <a:off x="2489200" y="2841625"/>
                  <a:ext cx="2184400" cy="1771650"/>
                </a:xfrm>
                <a:prstGeom prst="hexagon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" name="六边形 4"/>
                <p:cNvSpPr/>
                <p:nvPr/>
              </p:nvSpPr>
              <p:spPr>
                <a:xfrm>
                  <a:off x="4374772" y="1879600"/>
                  <a:ext cx="2184400" cy="1771650"/>
                </a:xfrm>
                <a:prstGeom prst="hexagon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六边形 5"/>
                <p:cNvSpPr/>
                <p:nvPr/>
              </p:nvSpPr>
              <p:spPr>
                <a:xfrm>
                  <a:off x="6261100" y="2841625"/>
                  <a:ext cx="2184400" cy="1771650"/>
                </a:xfrm>
                <a:prstGeom prst="hexagon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六边形 7"/>
                <p:cNvSpPr/>
                <p:nvPr/>
              </p:nvSpPr>
              <p:spPr>
                <a:xfrm>
                  <a:off x="8121650" y="1879600"/>
                  <a:ext cx="2184400" cy="1771650"/>
                </a:xfrm>
                <a:prstGeom prst="hexagon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六边形 8"/>
                <p:cNvSpPr/>
                <p:nvPr/>
              </p:nvSpPr>
              <p:spPr>
                <a:xfrm>
                  <a:off x="10007600" y="2841625"/>
                  <a:ext cx="2184400" cy="1771650"/>
                </a:xfrm>
                <a:prstGeom prst="hexagon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2" name="iconfont-11143-5258352"/>
              <p:cNvSpPr/>
              <p:nvPr/>
            </p:nvSpPr>
            <p:spPr>
              <a:xfrm>
                <a:off x="1469093" y="2954014"/>
                <a:ext cx="575686" cy="609685"/>
              </a:xfrm>
              <a:custGeom>
                <a:avLst/>
                <a:gdLst>
                  <a:gd name="connsiteX0" fmla="*/ 254280 w 558241"/>
                  <a:gd name="connsiteY0" fmla="*/ 446433 h 591209"/>
                  <a:gd name="connsiteX1" fmla="*/ 306913 w 558241"/>
                  <a:gd name="connsiteY1" fmla="*/ 483053 h 591209"/>
                  <a:gd name="connsiteX2" fmla="*/ 293010 w 558241"/>
                  <a:gd name="connsiteY2" fmla="*/ 502848 h 591209"/>
                  <a:gd name="connsiteX3" fmla="*/ 289038 w 558241"/>
                  <a:gd name="connsiteY3" fmla="*/ 505818 h 591209"/>
                  <a:gd name="connsiteX4" fmla="*/ 252293 w 558241"/>
                  <a:gd name="connsiteY4" fmla="*/ 515715 h 591209"/>
                  <a:gd name="connsiteX5" fmla="*/ 250307 w 558241"/>
                  <a:gd name="connsiteY5" fmla="*/ 515715 h 591209"/>
                  <a:gd name="connsiteX6" fmla="*/ 246335 w 558241"/>
                  <a:gd name="connsiteY6" fmla="*/ 514725 h 591209"/>
                  <a:gd name="connsiteX7" fmla="*/ 242363 w 558241"/>
                  <a:gd name="connsiteY7" fmla="*/ 508787 h 591209"/>
                  <a:gd name="connsiteX8" fmla="*/ 239383 w 558241"/>
                  <a:gd name="connsiteY8" fmla="*/ 471177 h 591209"/>
                  <a:gd name="connsiteX9" fmla="*/ 240376 w 558241"/>
                  <a:gd name="connsiteY9" fmla="*/ 466228 h 591209"/>
                  <a:gd name="connsiteX10" fmla="*/ 89427 w 558241"/>
                  <a:gd name="connsiteY10" fmla="*/ 231144 h 591209"/>
                  <a:gd name="connsiteX11" fmla="*/ 69554 w 558241"/>
                  <a:gd name="connsiteY11" fmla="*/ 250982 h 591209"/>
                  <a:gd name="connsiteX12" fmla="*/ 89427 w 558241"/>
                  <a:gd name="connsiteY12" fmla="*/ 269828 h 591209"/>
                  <a:gd name="connsiteX13" fmla="*/ 307034 w 558241"/>
                  <a:gd name="connsiteY13" fmla="*/ 269828 h 591209"/>
                  <a:gd name="connsiteX14" fmla="*/ 325913 w 558241"/>
                  <a:gd name="connsiteY14" fmla="*/ 250982 h 591209"/>
                  <a:gd name="connsiteX15" fmla="*/ 307034 w 558241"/>
                  <a:gd name="connsiteY15" fmla="*/ 231144 h 591209"/>
                  <a:gd name="connsiteX16" fmla="*/ 513553 w 558241"/>
                  <a:gd name="connsiteY16" fmla="*/ 86324 h 591209"/>
                  <a:gd name="connsiteX17" fmla="*/ 520505 w 558241"/>
                  <a:gd name="connsiteY17" fmla="*/ 88307 h 591209"/>
                  <a:gd name="connsiteX18" fmla="*/ 552283 w 558241"/>
                  <a:gd name="connsiteY18" fmla="*/ 111116 h 591209"/>
                  <a:gd name="connsiteX19" fmla="*/ 558241 w 558241"/>
                  <a:gd name="connsiteY19" fmla="*/ 119049 h 591209"/>
                  <a:gd name="connsiteX20" fmla="*/ 556255 w 558241"/>
                  <a:gd name="connsiteY20" fmla="*/ 127975 h 591209"/>
                  <a:gd name="connsiteX21" fmla="*/ 327851 w 558241"/>
                  <a:gd name="connsiteY21" fmla="*/ 454237 h 591209"/>
                  <a:gd name="connsiteX22" fmla="*/ 275218 w 558241"/>
                  <a:gd name="connsiteY22" fmla="*/ 417545 h 591209"/>
                  <a:gd name="connsiteX23" fmla="*/ 503623 w 558241"/>
                  <a:gd name="connsiteY23" fmla="*/ 91282 h 591209"/>
                  <a:gd name="connsiteX24" fmla="*/ 513553 w 558241"/>
                  <a:gd name="connsiteY24" fmla="*/ 86324 h 591209"/>
                  <a:gd name="connsiteX25" fmla="*/ 26828 w 558241"/>
                  <a:gd name="connsiteY25" fmla="*/ 86324 h 591209"/>
                  <a:gd name="connsiteX26" fmla="*/ 91414 w 558241"/>
                  <a:gd name="connsiteY26" fmla="*/ 86324 h 591209"/>
                  <a:gd name="connsiteX27" fmla="*/ 91414 w 558241"/>
                  <a:gd name="connsiteY27" fmla="*/ 136912 h 591209"/>
                  <a:gd name="connsiteX28" fmla="*/ 134141 w 558241"/>
                  <a:gd name="connsiteY28" fmla="*/ 179564 h 591209"/>
                  <a:gd name="connsiteX29" fmla="*/ 262320 w 558241"/>
                  <a:gd name="connsiteY29" fmla="*/ 179564 h 591209"/>
                  <a:gd name="connsiteX30" fmla="*/ 306040 w 558241"/>
                  <a:gd name="connsiteY30" fmla="*/ 136912 h 591209"/>
                  <a:gd name="connsiteX31" fmla="*/ 306040 w 558241"/>
                  <a:gd name="connsiteY31" fmla="*/ 86324 h 591209"/>
                  <a:gd name="connsiteX32" fmla="*/ 369633 w 558241"/>
                  <a:gd name="connsiteY32" fmla="*/ 86324 h 591209"/>
                  <a:gd name="connsiteX33" fmla="*/ 395467 w 558241"/>
                  <a:gd name="connsiteY33" fmla="*/ 112114 h 591209"/>
                  <a:gd name="connsiteX34" fmla="*/ 395467 w 558241"/>
                  <a:gd name="connsiteY34" fmla="*/ 201386 h 591209"/>
                  <a:gd name="connsiteX35" fmla="*/ 312002 w 558241"/>
                  <a:gd name="connsiteY35" fmla="*/ 320416 h 591209"/>
                  <a:gd name="connsiteX36" fmla="*/ 89427 w 558241"/>
                  <a:gd name="connsiteY36" fmla="*/ 321408 h 591209"/>
                  <a:gd name="connsiteX37" fmla="*/ 69554 w 558241"/>
                  <a:gd name="connsiteY37" fmla="*/ 340254 h 591209"/>
                  <a:gd name="connsiteX38" fmla="*/ 89427 w 558241"/>
                  <a:gd name="connsiteY38" fmla="*/ 360093 h 591209"/>
                  <a:gd name="connsiteX39" fmla="*/ 284180 w 558241"/>
                  <a:gd name="connsiteY39" fmla="*/ 360093 h 591209"/>
                  <a:gd name="connsiteX40" fmla="*/ 248409 w 558241"/>
                  <a:gd name="connsiteY40" fmla="*/ 410680 h 591209"/>
                  <a:gd name="connsiteX41" fmla="*/ 89427 w 558241"/>
                  <a:gd name="connsiteY41" fmla="*/ 410680 h 591209"/>
                  <a:gd name="connsiteX42" fmla="*/ 69554 w 558241"/>
                  <a:gd name="connsiteY42" fmla="*/ 430519 h 591209"/>
                  <a:gd name="connsiteX43" fmla="*/ 89427 w 558241"/>
                  <a:gd name="connsiteY43" fmla="*/ 449365 h 591209"/>
                  <a:gd name="connsiteX44" fmla="*/ 221581 w 558241"/>
                  <a:gd name="connsiteY44" fmla="*/ 449365 h 591209"/>
                  <a:gd name="connsiteX45" fmla="*/ 219593 w 558241"/>
                  <a:gd name="connsiteY45" fmla="*/ 451349 h 591209"/>
                  <a:gd name="connsiteX46" fmla="*/ 213631 w 558241"/>
                  <a:gd name="connsiteY46" fmla="*/ 473171 h 591209"/>
                  <a:gd name="connsiteX47" fmla="*/ 217606 w 558241"/>
                  <a:gd name="connsiteY47" fmla="*/ 511856 h 591209"/>
                  <a:gd name="connsiteX48" fmla="*/ 231517 w 558241"/>
                  <a:gd name="connsiteY48" fmla="*/ 535662 h 591209"/>
                  <a:gd name="connsiteX49" fmla="*/ 250396 w 558241"/>
                  <a:gd name="connsiteY49" fmla="*/ 541613 h 591209"/>
                  <a:gd name="connsiteX50" fmla="*/ 259339 w 558241"/>
                  <a:gd name="connsiteY50" fmla="*/ 540621 h 591209"/>
                  <a:gd name="connsiteX51" fmla="*/ 296104 w 558241"/>
                  <a:gd name="connsiteY51" fmla="*/ 530702 h 591209"/>
                  <a:gd name="connsiteX52" fmla="*/ 314983 w 558241"/>
                  <a:gd name="connsiteY52" fmla="*/ 517807 h 591209"/>
                  <a:gd name="connsiteX53" fmla="*/ 395467 w 558241"/>
                  <a:gd name="connsiteY53" fmla="*/ 402745 h 591209"/>
                  <a:gd name="connsiteX54" fmla="*/ 395467 w 558241"/>
                  <a:gd name="connsiteY54" fmla="*/ 564427 h 591209"/>
                  <a:gd name="connsiteX55" fmla="*/ 369633 w 558241"/>
                  <a:gd name="connsiteY55" fmla="*/ 591209 h 591209"/>
                  <a:gd name="connsiteX56" fmla="*/ 26828 w 558241"/>
                  <a:gd name="connsiteY56" fmla="*/ 591209 h 591209"/>
                  <a:gd name="connsiteX57" fmla="*/ 0 w 558241"/>
                  <a:gd name="connsiteY57" fmla="*/ 564427 h 591209"/>
                  <a:gd name="connsiteX58" fmla="*/ 0 w 558241"/>
                  <a:gd name="connsiteY58" fmla="*/ 112114 h 591209"/>
                  <a:gd name="connsiteX59" fmla="*/ 26828 w 558241"/>
                  <a:gd name="connsiteY59" fmla="*/ 86324 h 591209"/>
                  <a:gd name="connsiteX60" fmla="*/ 197715 w 558241"/>
                  <a:gd name="connsiteY60" fmla="*/ 24790 h 591209"/>
                  <a:gd name="connsiteX61" fmla="*/ 177849 w 558241"/>
                  <a:gd name="connsiteY61" fmla="*/ 44621 h 591209"/>
                  <a:gd name="connsiteX62" fmla="*/ 218573 w 558241"/>
                  <a:gd name="connsiteY62" fmla="*/ 44621 h 591209"/>
                  <a:gd name="connsiteX63" fmla="*/ 197715 w 558241"/>
                  <a:gd name="connsiteY63" fmla="*/ 24790 h 591209"/>
                  <a:gd name="connsiteX64" fmla="*/ 197715 w 558241"/>
                  <a:gd name="connsiteY64" fmla="*/ 0 h 591209"/>
                  <a:gd name="connsiteX65" fmla="*/ 243405 w 558241"/>
                  <a:gd name="connsiteY65" fmla="*/ 44621 h 591209"/>
                  <a:gd name="connsiteX66" fmla="*/ 262277 w 558241"/>
                  <a:gd name="connsiteY66" fmla="*/ 44621 h 591209"/>
                  <a:gd name="connsiteX67" fmla="*/ 280156 w 558241"/>
                  <a:gd name="connsiteY67" fmla="*/ 62470 h 591209"/>
                  <a:gd name="connsiteX68" fmla="*/ 280156 w 558241"/>
                  <a:gd name="connsiteY68" fmla="*/ 135847 h 591209"/>
                  <a:gd name="connsiteX69" fmla="*/ 262277 w 558241"/>
                  <a:gd name="connsiteY69" fmla="*/ 153695 h 591209"/>
                  <a:gd name="connsiteX70" fmla="*/ 134146 w 558241"/>
                  <a:gd name="connsiteY70" fmla="*/ 153695 h 591209"/>
                  <a:gd name="connsiteX71" fmla="*/ 116267 w 558241"/>
                  <a:gd name="connsiteY71" fmla="*/ 135847 h 591209"/>
                  <a:gd name="connsiteX72" fmla="*/ 116267 w 558241"/>
                  <a:gd name="connsiteY72" fmla="*/ 62470 h 591209"/>
                  <a:gd name="connsiteX73" fmla="*/ 134146 w 558241"/>
                  <a:gd name="connsiteY73" fmla="*/ 44621 h 591209"/>
                  <a:gd name="connsiteX74" fmla="*/ 153018 w 558241"/>
                  <a:gd name="connsiteY74" fmla="*/ 44621 h 591209"/>
                  <a:gd name="connsiteX75" fmla="*/ 197715 w 558241"/>
                  <a:gd name="connsiteY75" fmla="*/ 0 h 591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58241" h="591209">
                    <a:moveTo>
                      <a:pt x="254280" y="446433"/>
                    </a:moveTo>
                    <a:lnTo>
                      <a:pt x="306913" y="483053"/>
                    </a:lnTo>
                    <a:lnTo>
                      <a:pt x="293010" y="502848"/>
                    </a:lnTo>
                    <a:cubicBezTo>
                      <a:pt x="292017" y="503838"/>
                      <a:pt x="291024" y="504828"/>
                      <a:pt x="289038" y="505818"/>
                    </a:cubicBezTo>
                    <a:lnTo>
                      <a:pt x="252293" y="515715"/>
                    </a:lnTo>
                    <a:cubicBezTo>
                      <a:pt x="251300" y="515715"/>
                      <a:pt x="250307" y="515715"/>
                      <a:pt x="250307" y="515715"/>
                    </a:cubicBezTo>
                    <a:cubicBezTo>
                      <a:pt x="248321" y="515715"/>
                      <a:pt x="247328" y="515715"/>
                      <a:pt x="246335" y="514725"/>
                    </a:cubicBezTo>
                    <a:cubicBezTo>
                      <a:pt x="244349" y="512746"/>
                      <a:pt x="243356" y="511756"/>
                      <a:pt x="242363" y="508787"/>
                    </a:cubicBezTo>
                    <a:lnTo>
                      <a:pt x="239383" y="471177"/>
                    </a:lnTo>
                    <a:cubicBezTo>
                      <a:pt x="239383" y="469197"/>
                      <a:pt x="239383" y="467218"/>
                      <a:pt x="240376" y="466228"/>
                    </a:cubicBezTo>
                    <a:close/>
                    <a:moveTo>
                      <a:pt x="89427" y="231144"/>
                    </a:moveTo>
                    <a:cubicBezTo>
                      <a:pt x="78497" y="231144"/>
                      <a:pt x="69554" y="240071"/>
                      <a:pt x="69554" y="250982"/>
                    </a:cubicBezTo>
                    <a:cubicBezTo>
                      <a:pt x="69554" y="261893"/>
                      <a:pt x="78497" y="269828"/>
                      <a:pt x="89427" y="269828"/>
                    </a:cubicBezTo>
                    <a:lnTo>
                      <a:pt x="307034" y="269828"/>
                    </a:lnTo>
                    <a:cubicBezTo>
                      <a:pt x="316970" y="269828"/>
                      <a:pt x="325913" y="261893"/>
                      <a:pt x="325913" y="250982"/>
                    </a:cubicBezTo>
                    <a:cubicBezTo>
                      <a:pt x="325913" y="240071"/>
                      <a:pt x="316970" y="231144"/>
                      <a:pt x="307034" y="231144"/>
                    </a:cubicBezTo>
                    <a:close/>
                    <a:moveTo>
                      <a:pt x="513553" y="86324"/>
                    </a:moveTo>
                    <a:cubicBezTo>
                      <a:pt x="515540" y="86324"/>
                      <a:pt x="518519" y="86324"/>
                      <a:pt x="520505" y="88307"/>
                    </a:cubicBezTo>
                    <a:lnTo>
                      <a:pt x="552283" y="111116"/>
                    </a:lnTo>
                    <a:cubicBezTo>
                      <a:pt x="555262" y="113099"/>
                      <a:pt x="557248" y="115083"/>
                      <a:pt x="558241" y="119049"/>
                    </a:cubicBezTo>
                    <a:cubicBezTo>
                      <a:pt x="558241" y="122024"/>
                      <a:pt x="557248" y="124999"/>
                      <a:pt x="556255" y="127975"/>
                    </a:cubicBezTo>
                    <a:lnTo>
                      <a:pt x="327851" y="454237"/>
                    </a:lnTo>
                    <a:lnTo>
                      <a:pt x="275218" y="417545"/>
                    </a:lnTo>
                    <a:lnTo>
                      <a:pt x="503623" y="91282"/>
                    </a:lnTo>
                    <a:cubicBezTo>
                      <a:pt x="505609" y="88307"/>
                      <a:pt x="509581" y="86324"/>
                      <a:pt x="513553" y="86324"/>
                    </a:cubicBezTo>
                    <a:close/>
                    <a:moveTo>
                      <a:pt x="26828" y="86324"/>
                    </a:moveTo>
                    <a:lnTo>
                      <a:pt x="91414" y="86324"/>
                    </a:lnTo>
                    <a:lnTo>
                      <a:pt x="91414" y="136912"/>
                    </a:lnTo>
                    <a:cubicBezTo>
                      <a:pt x="91414" y="160718"/>
                      <a:pt x="110293" y="179564"/>
                      <a:pt x="134141" y="179564"/>
                    </a:cubicBezTo>
                    <a:lnTo>
                      <a:pt x="262320" y="179564"/>
                    </a:lnTo>
                    <a:cubicBezTo>
                      <a:pt x="286167" y="179564"/>
                      <a:pt x="306040" y="160718"/>
                      <a:pt x="306040" y="136912"/>
                    </a:cubicBezTo>
                    <a:lnTo>
                      <a:pt x="306040" y="86324"/>
                    </a:lnTo>
                    <a:lnTo>
                      <a:pt x="369633" y="86324"/>
                    </a:lnTo>
                    <a:cubicBezTo>
                      <a:pt x="384537" y="86324"/>
                      <a:pt x="395467" y="98227"/>
                      <a:pt x="395467" y="112114"/>
                    </a:cubicBezTo>
                    <a:lnTo>
                      <a:pt x="395467" y="201386"/>
                    </a:lnTo>
                    <a:lnTo>
                      <a:pt x="312002" y="320416"/>
                    </a:lnTo>
                    <a:lnTo>
                      <a:pt x="89427" y="321408"/>
                    </a:lnTo>
                    <a:cubicBezTo>
                      <a:pt x="78497" y="321408"/>
                      <a:pt x="69554" y="329343"/>
                      <a:pt x="69554" y="340254"/>
                    </a:cubicBezTo>
                    <a:cubicBezTo>
                      <a:pt x="69554" y="351165"/>
                      <a:pt x="78497" y="360093"/>
                      <a:pt x="89427" y="360093"/>
                    </a:cubicBezTo>
                    <a:lnTo>
                      <a:pt x="284180" y="360093"/>
                    </a:lnTo>
                    <a:lnTo>
                      <a:pt x="248409" y="410680"/>
                    </a:lnTo>
                    <a:lnTo>
                      <a:pt x="89427" y="410680"/>
                    </a:lnTo>
                    <a:cubicBezTo>
                      <a:pt x="78497" y="410680"/>
                      <a:pt x="69554" y="419608"/>
                      <a:pt x="69554" y="430519"/>
                    </a:cubicBezTo>
                    <a:cubicBezTo>
                      <a:pt x="69554" y="440438"/>
                      <a:pt x="78497" y="449365"/>
                      <a:pt x="89427" y="449365"/>
                    </a:cubicBezTo>
                    <a:lnTo>
                      <a:pt x="221581" y="449365"/>
                    </a:lnTo>
                    <a:lnTo>
                      <a:pt x="219593" y="451349"/>
                    </a:lnTo>
                    <a:cubicBezTo>
                      <a:pt x="215619" y="457300"/>
                      <a:pt x="213631" y="465236"/>
                      <a:pt x="213631" y="473171"/>
                    </a:cubicBezTo>
                    <a:lnTo>
                      <a:pt x="217606" y="511856"/>
                    </a:lnTo>
                    <a:cubicBezTo>
                      <a:pt x="217606" y="520783"/>
                      <a:pt x="223568" y="529710"/>
                      <a:pt x="231517" y="535662"/>
                    </a:cubicBezTo>
                    <a:cubicBezTo>
                      <a:pt x="236485" y="539629"/>
                      <a:pt x="243441" y="541613"/>
                      <a:pt x="250396" y="541613"/>
                    </a:cubicBezTo>
                    <a:cubicBezTo>
                      <a:pt x="253377" y="541613"/>
                      <a:pt x="256358" y="541613"/>
                      <a:pt x="259339" y="540621"/>
                    </a:cubicBezTo>
                    <a:lnTo>
                      <a:pt x="296104" y="530702"/>
                    </a:lnTo>
                    <a:cubicBezTo>
                      <a:pt x="303059" y="528718"/>
                      <a:pt x="310015" y="523759"/>
                      <a:pt x="314983" y="517807"/>
                    </a:cubicBezTo>
                    <a:lnTo>
                      <a:pt x="395467" y="402745"/>
                    </a:lnTo>
                    <a:lnTo>
                      <a:pt x="395467" y="564427"/>
                    </a:lnTo>
                    <a:cubicBezTo>
                      <a:pt x="395467" y="578314"/>
                      <a:pt x="384537" y="591209"/>
                      <a:pt x="369633" y="591209"/>
                    </a:cubicBezTo>
                    <a:lnTo>
                      <a:pt x="26828" y="591209"/>
                    </a:lnTo>
                    <a:cubicBezTo>
                      <a:pt x="11923" y="591209"/>
                      <a:pt x="0" y="578314"/>
                      <a:pt x="0" y="564427"/>
                    </a:cubicBezTo>
                    <a:lnTo>
                      <a:pt x="0" y="112114"/>
                    </a:lnTo>
                    <a:cubicBezTo>
                      <a:pt x="0" y="98227"/>
                      <a:pt x="11923" y="86324"/>
                      <a:pt x="26828" y="86324"/>
                    </a:cubicBezTo>
                    <a:close/>
                    <a:moveTo>
                      <a:pt x="197715" y="24790"/>
                    </a:moveTo>
                    <a:cubicBezTo>
                      <a:pt x="186789" y="24790"/>
                      <a:pt x="177849" y="33714"/>
                      <a:pt x="177849" y="44621"/>
                    </a:cubicBezTo>
                    <a:lnTo>
                      <a:pt x="218573" y="44621"/>
                    </a:lnTo>
                    <a:cubicBezTo>
                      <a:pt x="217580" y="33714"/>
                      <a:pt x="208641" y="24790"/>
                      <a:pt x="197715" y="24790"/>
                    </a:cubicBezTo>
                    <a:close/>
                    <a:moveTo>
                      <a:pt x="197715" y="0"/>
                    </a:moveTo>
                    <a:cubicBezTo>
                      <a:pt x="222546" y="0"/>
                      <a:pt x="243405" y="19832"/>
                      <a:pt x="243405" y="44621"/>
                    </a:cubicBezTo>
                    <a:lnTo>
                      <a:pt x="262277" y="44621"/>
                    </a:lnTo>
                    <a:cubicBezTo>
                      <a:pt x="272210" y="44621"/>
                      <a:pt x="280156" y="52554"/>
                      <a:pt x="280156" y="62470"/>
                    </a:cubicBezTo>
                    <a:lnTo>
                      <a:pt x="280156" y="135847"/>
                    </a:lnTo>
                    <a:cubicBezTo>
                      <a:pt x="280156" y="145762"/>
                      <a:pt x="272210" y="153695"/>
                      <a:pt x="262277" y="153695"/>
                    </a:cubicBezTo>
                    <a:lnTo>
                      <a:pt x="134146" y="153695"/>
                    </a:lnTo>
                    <a:cubicBezTo>
                      <a:pt x="124213" y="153695"/>
                      <a:pt x="116267" y="145762"/>
                      <a:pt x="116267" y="135847"/>
                    </a:cubicBezTo>
                    <a:lnTo>
                      <a:pt x="116267" y="62470"/>
                    </a:lnTo>
                    <a:cubicBezTo>
                      <a:pt x="116267" y="52554"/>
                      <a:pt x="124213" y="44621"/>
                      <a:pt x="134146" y="44621"/>
                    </a:cubicBezTo>
                    <a:lnTo>
                      <a:pt x="153018" y="44621"/>
                    </a:lnTo>
                    <a:cubicBezTo>
                      <a:pt x="153018" y="19832"/>
                      <a:pt x="172883" y="0"/>
                      <a:pt x="197715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717021" y="3866923"/>
                <a:ext cx="11584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性能</a:t>
                </a:r>
                <a:endParaRPr lang="zh-CN" altLang="en-US" sz="2000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903381" y="4804110"/>
                <a:ext cx="11584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功能</a:t>
                </a:r>
                <a:endParaRPr lang="zh-CN" altLang="en-US" sz="2000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6505685" y="4850520"/>
                <a:ext cx="11584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安全</a:t>
                </a:r>
                <a:endParaRPr lang="zh-CN" altLang="en-US" sz="2000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108141" y="3866923"/>
                <a:ext cx="11584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验收</a:t>
                </a:r>
                <a:endParaRPr lang="zh-CN" altLang="en-US" sz="2000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8323140" y="3845534"/>
                <a:ext cx="11584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代码</a:t>
                </a:r>
                <a:endParaRPr lang="zh-CN" altLang="en-US" sz="2000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0096165" y="4803135"/>
                <a:ext cx="11584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环境</a:t>
                </a:r>
                <a:endParaRPr lang="zh-CN" altLang="en-US" sz="2000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8" name="logo-design_154997"/>
              <p:cNvSpPr/>
              <p:nvPr/>
            </p:nvSpPr>
            <p:spPr>
              <a:xfrm>
                <a:off x="3177804" y="3907637"/>
                <a:ext cx="609586" cy="609685"/>
              </a:xfrm>
              <a:custGeom>
                <a:avLst/>
                <a:gdLst>
                  <a:gd name="T0" fmla="*/ 12774 w 12774"/>
                  <a:gd name="T1" fmla="*/ 3193 h 12774"/>
                  <a:gd name="T2" fmla="*/ 9581 w 12774"/>
                  <a:gd name="T3" fmla="*/ 0 h 12774"/>
                  <a:gd name="T4" fmla="*/ 6387 w 12774"/>
                  <a:gd name="T5" fmla="*/ 3193 h 12774"/>
                  <a:gd name="T6" fmla="*/ 3193 w 12774"/>
                  <a:gd name="T7" fmla="*/ 0 h 12774"/>
                  <a:gd name="T8" fmla="*/ 0 w 12774"/>
                  <a:gd name="T9" fmla="*/ 3193 h 12774"/>
                  <a:gd name="T10" fmla="*/ 3193 w 12774"/>
                  <a:gd name="T11" fmla="*/ 6387 h 12774"/>
                  <a:gd name="T12" fmla="*/ 0 w 12774"/>
                  <a:gd name="T13" fmla="*/ 9581 h 12774"/>
                  <a:gd name="T14" fmla="*/ 0 w 12774"/>
                  <a:gd name="T15" fmla="*/ 12774 h 12774"/>
                  <a:gd name="T16" fmla="*/ 3193 w 12774"/>
                  <a:gd name="T17" fmla="*/ 12774 h 12774"/>
                  <a:gd name="T18" fmla="*/ 6387 w 12774"/>
                  <a:gd name="T19" fmla="*/ 9581 h 12774"/>
                  <a:gd name="T20" fmla="*/ 9581 w 12774"/>
                  <a:gd name="T21" fmla="*/ 12774 h 12774"/>
                  <a:gd name="T22" fmla="*/ 12774 w 12774"/>
                  <a:gd name="T23" fmla="*/ 9581 h 12774"/>
                  <a:gd name="T24" fmla="*/ 9581 w 12774"/>
                  <a:gd name="T25" fmla="*/ 6387 h 12774"/>
                  <a:gd name="T26" fmla="*/ 12774 w 12774"/>
                  <a:gd name="T27" fmla="*/ 3193 h 12774"/>
                  <a:gd name="T28" fmla="*/ 3273 w 12774"/>
                  <a:gd name="T29" fmla="*/ 5349 h 12774"/>
                  <a:gd name="T30" fmla="*/ 4630 w 12774"/>
                  <a:gd name="T31" fmla="*/ 3992 h 12774"/>
                  <a:gd name="T32" fmla="*/ 4072 w 12774"/>
                  <a:gd name="T33" fmla="*/ 3433 h 12774"/>
                  <a:gd name="T34" fmla="*/ 2714 w 12774"/>
                  <a:gd name="T35" fmla="*/ 4790 h 12774"/>
                  <a:gd name="T36" fmla="*/ 2235 w 12774"/>
                  <a:gd name="T37" fmla="*/ 4311 h 12774"/>
                  <a:gd name="T38" fmla="*/ 3673 w 12774"/>
                  <a:gd name="T39" fmla="*/ 2875 h 12774"/>
                  <a:gd name="T40" fmla="*/ 3033 w 12774"/>
                  <a:gd name="T41" fmla="*/ 2315 h 12774"/>
                  <a:gd name="T42" fmla="*/ 1677 w 12774"/>
                  <a:gd name="T43" fmla="*/ 3753 h 12774"/>
                  <a:gd name="T44" fmla="*/ 1117 w 12774"/>
                  <a:gd name="T45" fmla="*/ 3194 h 12774"/>
                  <a:gd name="T46" fmla="*/ 3193 w 12774"/>
                  <a:gd name="T47" fmla="*/ 1118 h 12774"/>
                  <a:gd name="T48" fmla="*/ 5827 w 12774"/>
                  <a:gd name="T49" fmla="*/ 3752 h 12774"/>
                  <a:gd name="T50" fmla="*/ 3752 w 12774"/>
                  <a:gd name="T51" fmla="*/ 5828 h 12774"/>
                  <a:gd name="T52" fmla="*/ 3273 w 12774"/>
                  <a:gd name="T53" fmla="*/ 5349 h 12774"/>
                  <a:gd name="T54" fmla="*/ 798 w 12774"/>
                  <a:gd name="T55" fmla="*/ 11976 h 12774"/>
                  <a:gd name="T56" fmla="*/ 798 w 12774"/>
                  <a:gd name="T57" fmla="*/ 10379 h 12774"/>
                  <a:gd name="T58" fmla="*/ 2395 w 12774"/>
                  <a:gd name="T59" fmla="*/ 11976 h 12774"/>
                  <a:gd name="T60" fmla="*/ 798 w 12774"/>
                  <a:gd name="T61" fmla="*/ 11976 h 12774"/>
                  <a:gd name="T62" fmla="*/ 3193 w 12774"/>
                  <a:gd name="T63" fmla="*/ 11657 h 12774"/>
                  <a:gd name="T64" fmla="*/ 1117 w 12774"/>
                  <a:gd name="T65" fmla="*/ 9581 h 12774"/>
                  <a:gd name="T66" fmla="*/ 9581 w 12774"/>
                  <a:gd name="T67" fmla="*/ 1117 h 12774"/>
                  <a:gd name="T68" fmla="*/ 11657 w 12774"/>
                  <a:gd name="T69" fmla="*/ 3193 h 12774"/>
                  <a:gd name="T70" fmla="*/ 3193 w 12774"/>
                  <a:gd name="T71" fmla="*/ 11657 h 12774"/>
                  <a:gd name="T72" fmla="*/ 11657 w 12774"/>
                  <a:gd name="T73" fmla="*/ 9581 h 12774"/>
                  <a:gd name="T74" fmla="*/ 9581 w 12774"/>
                  <a:gd name="T75" fmla="*/ 11657 h 12774"/>
                  <a:gd name="T76" fmla="*/ 9022 w 12774"/>
                  <a:gd name="T77" fmla="*/ 11097 h 12774"/>
                  <a:gd name="T78" fmla="*/ 10459 w 12774"/>
                  <a:gd name="T79" fmla="*/ 9661 h 12774"/>
                  <a:gd name="T80" fmla="*/ 9900 w 12774"/>
                  <a:gd name="T81" fmla="*/ 9101 h 12774"/>
                  <a:gd name="T82" fmla="*/ 8463 w 12774"/>
                  <a:gd name="T83" fmla="*/ 10539 h 12774"/>
                  <a:gd name="T84" fmla="*/ 7984 w 12774"/>
                  <a:gd name="T85" fmla="*/ 10060 h 12774"/>
                  <a:gd name="T86" fmla="*/ 9421 w 12774"/>
                  <a:gd name="T87" fmla="*/ 8623 h 12774"/>
                  <a:gd name="T88" fmla="*/ 8782 w 12774"/>
                  <a:gd name="T89" fmla="*/ 8063 h 12774"/>
                  <a:gd name="T90" fmla="*/ 7345 w 12774"/>
                  <a:gd name="T91" fmla="*/ 9501 h 12774"/>
                  <a:gd name="T92" fmla="*/ 6865 w 12774"/>
                  <a:gd name="T93" fmla="*/ 9022 h 12774"/>
                  <a:gd name="T94" fmla="*/ 8942 w 12774"/>
                  <a:gd name="T95" fmla="*/ 6946 h 12774"/>
                  <a:gd name="T96" fmla="*/ 11657 w 12774"/>
                  <a:gd name="T97" fmla="*/ 9581 h 12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74" h="12774">
                    <a:moveTo>
                      <a:pt x="12774" y="3193"/>
                    </a:moveTo>
                    <a:lnTo>
                      <a:pt x="9581" y="0"/>
                    </a:lnTo>
                    <a:lnTo>
                      <a:pt x="6387" y="3193"/>
                    </a:lnTo>
                    <a:lnTo>
                      <a:pt x="3193" y="0"/>
                    </a:lnTo>
                    <a:lnTo>
                      <a:pt x="0" y="3193"/>
                    </a:lnTo>
                    <a:lnTo>
                      <a:pt x="3193" y="6387"/>
                    </a:lnTo>
                    <a:lnTo>
                      <a:pt x="0" y="9581"/>
                    </a:lnTo>
                    <a:lnTo>
                      <a:pt x="0" y="12774"/>
                    </a:lnTo>
                    <a:lnTo>
                      <a:pt x="3193" y="12774"/>
                    </a:lnTo>
                    <a:lnTo>
                      <a:pt x="6387" y="9581"/>
                    </a:lnTo>
                    <a:lnTo>
                      <a:pt x="9581" y="12774"/>
                    </a:lnTo>
                    <a:lnTo>
                      <a:pt x="12774" y="9581"/>
                    </a:lnTo>
                    <a:lnTo>
                      <a:pt x="9581" y="6387"/>
                    </a:lnTo>
                    <a:lnTo>
                      <a:pt x="12774" y="3193"/>
                    </a:lnTo>
                    <a:close/>
                    <a:moveTo>
                      <a:pt x="3273" y="5349"/>
                    </a:moveTo>
                    <a:lnTo>
                      <a:pt x="4630" y="3992"/>
                    </a:lnTo>
                    <a:lnTo>
                      <a:pt x="4072" y="3433"/>
                    </a:lnTo>
                    <a:lnTo>
                      <a:pt x="2714" y="4790"/>
                    </a:lnTo>
                    <a:lnTo>
                      <a:pt x="2235" y="4311"/>
                    </a:lnTo>
                    <a:lnTo>
                      <a:pt x="3673" y="2875"/>
                    </a:lnTo>
                    <a:lnTo>
                      <a:pt x="3033" y="2315"/>
                    </a:lnTo>
                    <a:lnTo>
                      <a:pt x="1677" y="3753"/>
                    </a:lnTo>
                    <a:lnTo>
                      <a:pt x="1117" y="3194"/>
                    </a:lnTo>
                    <a:lnTo>
                      <a:pt x="3193" y="1118"/>
                    </a:lnTo>
                    <a:lnTo>
                      <a:pt x="5827" y="3752"/>
                    </a:lnTo>
                    <a:lnTo>
                      <a:pt x="3752" y="5828"/>
                    </a:lnTo>
                    <a:lnTo>
                      <a:pt x="3273" y="5349"/>
                    </a:lnTo>
                    <a:close/>
                    <a:moveTo>
                      <a:pt x="798" y="11976"/>
                    </a:moveTo>
                    <a:lnTo>
                      <a:pt x="798" y="10379"/>
                    </a:lnTo>
                    <a:lnTo>
                      <a:pt x="2395" y="11976"/>
                    </a:lnTo>
                    <a:lnTo>
                      <a:pt x="798" y="11976"/>
                    </a:lnTo>
                    <a:close/>
                    <a:moveTo>
                      <a:pt x="3193" y="11657"/>
                    </a:moveTo>
                    <a:lnTo>
                      <a:pt x="1117" y="9581"/>
                    </a:lnTo>
                    <a:lnTo>
                      <a:pt x="9581" y="1117"/>
                    </a:lnTo>
                    <a:lnTo>
                      <a:pt x="11657" y="3193"/>
                    </a:lnTo>
                    <a:lnTo>
                      <a:pt x="3193" y="11657"/>
                    </a:lnTo>
                    <a:close/>
                    <a:moveTo>
                      <a:pt x="11657" y="9581"/>
                    </a:moveTo>
                    <a:lnTo>
                      <a:pt x="9581" y="11657"/>
                    </a:lnTo>
                    <a:lnTo>
                      <a:pt x="9022" y="11097"/>
                    </a:lnTo>
                    <a:lnTo>
                      <a:pt x="10459" y="9661"/>
                    </a:lnTo>
                    <a:lnTo>
                      <a:pt x="9900" y="9101"/>
                    </a:lnTo>
                    <a:lnTo>
                      <a:pt x="8463" y="10539"/>
                    </a:lnTo>
                    <a:lnTo>
                      <a:pt x="7984" y="10060"/>
                    </a:lnTo>
                    <a:lnTo>
                      <a:pt x="9421" y="8623"/>
                    </a:lnTo>
                    <a:lnTo>
                      <a:pt x="8782" y="8063"/>
                    </a:lnTo>
                    <a:lnTo>
                      <a:pt x="7345" y="9501"/>
                    </a:lnTo>
                    <a:lnTo>
                      <a:pt x="6865" y="9022"/>
                    </a:lnTo>
                    <a:lnTo>
                      <a:pt x="8942" y="6946"/>
                    </a:lnTo>
                    <a:lnTo>
                      <a:pt x="11657" y="9581"/>
                    </a:ln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9" name="amusement-park_98111"/>
              <p:cNvSpPr/>
              <p:nvPr/>
            </p:nvSpPr>
            <p:spPr>
              <a:xfrm>
                <a:off x="4997684" y="2915790"/>
                <a:ext cx="609685" cy="601996"/>
              </a:xfrm>
              <a:custGeom>
                <a:avLst/>
                <a:gdLst>
                  <a:gd name="connsiteX0" fmla="*/ 206497 w 606609"/>
                  <a:gd name="connsiteY0" fmla="*/ 397045 h 598959"/>
                  <a:gd name="connsiteX1" fmla="*/ 184987 w 606609"/>
                  <a:gd name="connsiteY1" fmla="*/ 418525 h 598959"/>
                  <a:gd name="connsiteX2" fmla="*/ 206497 w 606609"/>
                  <a:gd name="connsiteY2" fmla="*/ 439852 h 598959"/>
                  <a:gd name="connsiteX3" fmla="*/ 228007 w 606609"/>
                  <a:gd name="connsiteY3" fmla="*/ 418525 h 598959"/>
                  <a:gd name="connsiteX4" fmla="*/ 206497 w 606609"/>
                  <a:gd name="connsiteY4" fmla="*/ 397045 h 598959"/>
                  <a:gd name="connsiteX5" fmla="*/ 137357 w 606609"/>
                  <a:gd name="connsiteY5" fmla="*/ 397045 h 598959"/>
                  <a:gd name="connsiteX6" fmla="*/ 115847 w 606609"/>
                  <a:gd name="connsiteY6" fmla="*/ 418525 h 598959"/>
                  <a:gd name="connsiteX7" fmla="*/ 137357 w 606609"/>
                  <a:gd name="connsiteY7" fmla="*/ 439852 h 598959"/>
                  <a:gd name="connsiteX8" fmla="*/ 158867 w 606609"/>
                  <a:gd name="connsiteY8" fmla="*/ 418525 h 598959"/>
                  <a:gd name="connsiteX9" fmla="*/ 137357 w 606609"/>
                  <a:gd name="connsiteY9" fmla="*/ 397045 h 598959"/>
                  <a:gd name="connsiteX10" fmla="*/ 103555 w 606609"/>
                  <a:gd name="connsiteY10" fmla="*/ 341043 h 598959"/>
                  <a:gd name="connsiteX11" fmla="*/ 237840 w 606609"/>
                  <a:gd name="connsiteY11" fmla="*/ 341043 h 598959"/>
                  <a:gd name="connsiteX12" fmla="*/ 262884 w 606609"/>
                  <a:gd name="connsiteY12" fmla="*/ 365899 h 598959"/>
                  <a:gd name="connsiteX13" fmla="*/ 262884 w 606609"/>
                  <a:gd name="connsiteY13" fmla="*/ 405177 h 598959"/>
                  <a:gd name="connsiteX14" fmla="*/ 289003 w 606609"/>
                  <a:gd name="connsiteY14" fmla="*/ 432027 h 598959"/>
                  <a:gd name="connsiteX15" fmla="*/ 262884 w 606609"/>
                  <a:gd name="connsiteY15" fmla="*/ 458877 h 598959"/>
                  <a:gd name="connsiteX16" fmla="*/ 262884 w 606609"/>
                  <a:gd name="connsiteY16" fmla="*/ 498616 h 598959"/>
                  <a:gd name="connsiteX17" fmla="*/ 341395 w 606609"/>
                  <a:gd name="connsiteY17" fmla="*/ 544491 h 598959"/>
                  <a:gd name="connsiteX18" fmla="*/ 170698 w 606609"/>
                  <a:gd name="connsiteY18" fmla="*/ 598959 h 598959"/>
                  <a:gd name="connsiteX19" fmla="*/ 0 w 606609"/>
                  <a:gd name="connsiteY19" fmla="*/ 544491 h 598959"/>
                  <a:gd name="connsiteX20" fmla="*/ 78511 w 606609"/>
                  <a:gd name="connsiteY20" fmla="*/ 498616 h 598959"/>
                  <a:gd name="connsiteX21" fmla="*/ 78511 w 606609"/>
                  <a:gd name="connsiteY21" fmla="*/ 458877 h 598959"/>
                  <a:gd name="connsiteX22" fmla="*/ 52392 w 606609"/>
                  <a:gd name="connsiteY22" fmla="*/ 432027 h 598959"/>
                  <a:gd name="connsiteX23" fmla="*/ 78511 w 606609"/>
                  <a:gd name="connsiteY23" fmla="*/ 405177 h 598959"/>
                  <a:gd name="connsiteX24" fmla="*/ 78511 w 606609"/>
                  <a:gd name="connsiteY24" fmla="*/ 365899 h 598959"/>
                  <a:gd name="connsiteX25" fmla="*/ 103555 w 606609"/>
                  <a:gd name="connsiteY25" fmla="*/ 341043 h 598959"/>
                  <a:gd name="connsiteX26" fmla="*/ 367997 w 606609"/>
                  <a:gd name="connsiteY26" fmla="*/ 166111 h 598959"/>
                  <a:gd name="connsiteX27" fmla="*/ 589238 w 606609"/>
                  <a:gd name="connsiteY27" fmla="*/ 241624 h 598959"/>
                  <a:gd name="connsiteX28" fmla="*/ 605217 w 606609"/>
                  <a:gd name="connsiteY28" fmla="*/ 274163 h 598959"/>
                  <a:gd name="connsiteX29" fmla="*/ 580942 w 606609"/>
                  <a:gd name="connsiteY29" fmla="*/ 291506 h 598959"/>
                  <a:gd name="connsiteX30" fmla="*/ 572645 w 606609"/>
                  <a:gd name="connsiteY30" fmla="*/ 290125 h 598959"/>
                  <a:gd name="connsiteX31" fmla="*/ 351557 w 606609"/>
                  <a:gd name="connsiteY31" fmla="*/ 214611 h 598959"/>
                  <a:gd name="connsiteX32" fmla="*/ 204630 w 606609"/>
                  <a:gd name="connsiteY32" fmla="*/ 0 h 598959"/>
                  <a:gd name="connsiteX33" fmla="*/ 214771 w 606609"/>
                  <a:gd name="connsiteY33" fmla="*/ 1688 h 598959"/>
                  <a:gd name="connsiteX34" fmla="*/ 336462 w 606609"/>
                  <a:gd name="connsiteY34" fmla="*/ 43109 h 598959"/>
                  <a:gd name="connsiteX35" fmla="*/ 355976 w 606609"/>
                  <a:gd name="connsiteY35" fmla="*/ 82689 h 598959"/>
                  <a:gd name="connsiteX36" fmla="*/ 290828 w 606609"/>
                  <a:gd name="connsiteY36" fmla="*/ 273381 h 598959"/>
                  <a:gd name="connsiteX37" fmla="*/ 261173 w 606609"/>
                  <a:gd name="connsiteY37" fmla="*/ 294399 h 598959"/>
                  <a:gd name="connsiteX38" fmla="*/ 251033 w 606609"/>
                  <a:gd name="connsiteY38" fmla="*/ 292711 h 598959"/>
                  <a:gd name="connsiteX39" fmla="*/ 129341 w 606609"/>
                  <a:gd name="connsiteY39" fmla="*/ 251290 h 598959"/>
                  <a:gd name="connsiteX40" fmla="*/ 109981 w 606609"/>
                  <a:gd name="connsiteY40" fmla="*/ 211710 h 598959"/>
                  <a:gd name="connsiteX41" fmla="*/ 175129 w 606609"/>
                  <a:gd name="connsiteY41" fmla="*/ 21171 h 598959"/>
                  <a:gd name="connsiteX42" fmla="*/ 204630 w 606609"/>
                  <a:gd name="connsiteY42" fmla="*/ 0 h 598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606609" h="598959">
                    <a:moveTo>
                      <a:pt x="206497" y="397045"/>
                    </a:moveTo>
                    <a:cubicBezTo>
                      <a:pt x="194666" y="397045"/>
                      <a:pt x="184987" y="406558"/>
                      <a:pt x="184987" y="418525"/>
                    </a:cubicBezTo>
                    <a:cubicBezTo>
                      <a:pt x="184987" y="430339"/>
                      <a:pt x="194666" y="439852"/>
                      <a:pt x="206497" y="439852"/>
                    </a:cubicBezTo>
                    <a:cubicBezTo>
                      <a:pt x="218327" y="439852"/>
                      <a:pt x="228007" y="430339"/>
                      <a:pt x="228007" y="418525"/>
                    </a:cubicBezTo>
                    <a:cubicBezTo>
                      <a:pt x="228007" y="406558"/>
                      <a:pt x="218327" y="397045"/>
                      <a:pt x="206497" y="397045"/>
                    </a:cubicBezTo>
                    <a:close/>
                    <a:moveTo>
                      <a:pt x="137357" y="397045"/>
                    </a:moveTo>
                    <a:cubicBezTo>
                      <a:pt x="125527" y="397045"/>
                      <a:pt x="115847" y="406558"/>
                      <a:pt x="115847" y="418525"/>
                    </a:cubicBezTo>
                    <a:cubicBezTo>
                      <a:pt x="115847" y="430339"/>
                      <a:pt x="125527" y="439852"/>
                      <a:pt x="137357" y="439852"/>
                    </a:cubicBezTo>
                    <a:cubicBezTo>
                      <a:pt x="149188" y="439852"/>
                      <a:pt x="158867" y="430339"/>
                      <a:pt x="158867" y="418525"/>
                    </a:cubicBezTo>
                    <a:cubicBezTo>
                      <a:pt x="158867" y="406558"/>
                      <a:pt x="149188" y="397045"/>
                      <a:pt x="137357" y="397045"/>
                    </a:cubicBezTo>
                    <a:close/>
                    <a:moveTo>
                      <a:pt x="103555" y="341043"/>
                    </a:moveTo>
                    <a:lnTo>
                      <a:pt x="237840" y="341043"/>
                    </a:lnTo>
                    <a:cubicBezTo>
                      <a:pt x="251668" y="341043"/>
                      <a:pt x="262884" y="352243"/>
                      <a:pt x="262884" y="365899"/>
                    </a:cubicBezTo>
                    <a:lnTo>
                      <a:pt x="262884" y="405177"/>
                    </a:lnTo>
                    <a:cubicBezTo>
                      <a:pt x="278094" y="408706"/>
                      <a:pt x="289003" y="419292"/>
                      <a:pt x="289003" y="432027"/>
                    </a:cubicBezTo>
                    <a:cubicBezTo>
                      <a:pt x="289003" y="444608"/>
                      <a:pt x="278094" y="455348"/>
                      <a:pt x="262884" y="458877"/>
                    </a:cubicBezTo>
                    <a:lnTo>
                      <a:pt x="262884" y="498616"/>
                    </a:lnTo>
                    <a:cubicBezTo>
                      <a:pt x="310052" y="508282"/>
                      <a:pt x="341395" y="525159"/>
                      <a:pt x="341395" y="544491"/>
                    </a:cubicBezTo>
                    <a:cubicBezTo>
                      <a:pt x="341395" y="574564"/>
                      <a:pt x="265035" y="598959"/>
                      <a:pt x="170698" y="598959"/>
                    </a:cubicBezTo>
                    <a:cubicBezTo>
                      <a:pt x="76360" y="598959"/>
                      <a:pt x="0" y="574564"/>
                      <a:pt x="0" y="544491"/>
                    </a:cubicBezTo>
                    <a:cubicBezTo>
                      <a:pt x="0" y="525159"/>
                      <a:pt x="31343" y="508282"/>
                      <a:pt x="78511" y="498616"/>
                    </a:cubicBezTo>
                    <a:lnTo>
                      <a:pt x="78511" y="458877"/>
                    </a:lnTo>
                    <a:cubicBezTo>
                      <a:pt x="63454" y="455348"/>
                      <a:pt x="52392" y="444608"/>
                      <a:pt x="52392" y="432027"/>
                    </a:cubicBezTo>
                    <a:cubicBezTo>
                      <a:pt x="52392" y="419292"/>
                      <a:pt x="63454" y="408706"/>
                      <a:pt x="78511" y="405177"/>
                    </a:cubicBezTo>
                    <a:lnTo>
                      <a:pt x="78511" y="365899"/>
                    </a:lnTo>
                    <a:cubicBezTo>
                      <a:pt x="78511" y="352243"/>
                      <a:pt x="89727" y="341043"/>
                      <a:pt x="103555" y="341043"/>
                    </a:cubicBezTo>
                    <a:close/>
                    <a:moveTo>
                      <a:pt x="367997" y="166111"/>
                    </a:moveTo>
                    <a:lnTo>
                      <a:pt x="589238" y="241624"/>
                    </a:lnTo>
                    <a:cubicBezTo>
                      <a:pt x="602605" y="246075"/>
                      <a:pt x="609826" y="260656"/>
                      <a:pt x="605217" y="274163"/>
                    </a:cubicBezTo>
                    <a:cubicBezTo>
                      <a:pt x="601530" y="284753"/>
                      <a:pt x="591697" y="291506"/>
                      <a:pt x="580942" y="291506"/>
                    </a:cubicBezTo>
                    <a:cubicBezTo>
                      <a:pt x="578176" y="291506"/>
                      <a:pt x="575411" y="291046"/>
                      <a:pt x="572645" y="290125"/>
                    </a:cubicBezTo>
                    <a:lnTo>
                      <a:pt x="351557" y="214611"/>
                    </a:lnTo>
                    <a:close/>
                    <a:moveTo>
                      <a:pt x="204630" y="0"/>
                    </a:moveTo>
                    <a:cubicBezTo>
                      <a:pt x="208010" y="0"/>
                      <a:pt x="211391" y="460"/>
                      <a:pt x="214771" y="1688"/>
                    </a:cubicBezTo>
                    <a:lnTo>
                      <a:pt x="336462" y="43109"/>
                    </a:lnTo>
                    <a:cubicBezTo>
                      <a:pt x="352749" y="48632"/>
                      <a:pt x="361507" y="66428"/>
                      <a:pt x="355976" y="82689"/>
                    </a:cubicBezTo>
                    <a:lnTo>
                      <a:pt x="290828" y="273381"/>
                    </a:lnTo>
                    <a:cubicBezTo>
                      <a:pt x="286372" y="286268"/>
                      <a:pt x="274234" y="294399"/>
                      <a:pt x="261173" y="294399"/>
                    </a:cubicBezTo>
                    <a:cubicBezTo>
                      <a:pt x="257793" y="294399"/>
                      <a:pt x="254413" y="293939"/>
                      <a:pt x="251033" y="292711"/>
                    </a:cubicBezTo>
                    <a:lnTo>
                      <a:pt x="129341" y="251290"/>
                    </a:lnTo>
                    <a:cubicBezTo>
                      <a:pt x="113054" y="245767"/>
                      <a:pt x="104296" y="227971"/>
                      <a:pt x="109981" y="211710"/>
                    </a:cubicBezTo>
                    <a:lnTo>
                      <a:pt x="175129" y="21171"/>
                    </a:lnTo>
                    <a:cubicBezTo>
                      <a:pt x="179585" y="8131"/>
                      <a:pt x="191723" y="0"/>
                      <a:pt x="204630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settings_126314"/>
              <p:cNvSpPr/>
              <p:nvPr/>
            </p:nvSpPr>
            <p:spPr>
              <a:xfrm>
                <a:off x="6738514" y="3938612"/>
                <a:ext cx="697623" cy="553310"/>
              </a:xfrm>
              <a:custGeom>
                <a:avLst/>
                <a:gdLst>
                  <a:gd name="connsiteX0" fmla="*/ 371298 w 605788"/>
                  <a:gd name="connsiteY0" fmla="*/ 320025 h 469120"/>
                  <a:gd name="connsiteX1" fmla="*/ 340624 w 605788"/>
                  <a:gd name="connsiteY1" fmla="*/ 333095 h 469120"/>
                  <a:gd name="connsiteX2" fmla="*/ 341279 w 605788"/>
                  <a:gd name="connsiteY2" fmla="*/ 394526 h 469120"/>
                  <a:gd name="connsiteX3" fmla="*/ 402906 w 605788"/>
                  <a:gd name="connsiteY3" fmla="*/ 393966 h 469120"/>
                  <a:gd name="connsiteX4" fmla="*/ 402251 w 605788"/>
                  <a:gd name="connsiteY4" fmla="*/ 332442 h 469120"/>
                  <a:gd name="connsiteX5" fmla="*/ 371298 w 605788"/>
                  <a:gd name="connsiteY5" fmla="*/ 320025 h 469120"/>
                  <a:gd name="connsiteX6" fmla="*/ 363255 w 605788"/>
                  <a:gd name="connsiteY6" fmla="*/ 257847 h 469120"/>
                  <a:gd name="connsiteX7" fmla="*/ 373074 w 605788"/>
                  <a:gd name="connsiteY7" fmla="*/ 257847 h 469120"/>
                  <a:gd name="connsiteX8" fmla="*/ 382893 w 605788"/>
                  <a:gd name="connsiteY8" fmla="*/ 257847 h 469120"/>
                  <a:gd name="connsiteX9" fmla="*/ 390281 w 605788"/>
                  <a:gd name="connsiteY9" fmla="*/ 264196 h 469120"/>
                  <a:gd name="connsiteX10" fmla="*/ 392619 w 605788"/>
                  <a:gd name="connsiteY10" fmla="*/ 279040 h 469120"/>
                  <a:gd name="connsiteX11" fmla="*/ 398136 w 605788"/>
                  <a:gd name="connsiteY11" fmla="*/ 285388 h 469120"/>
                  <a:gd name="connsiteX12" fmla="*/ 410200 w 605788"/>
                  <a:gd name="connsiteY12" fmla="*/ 290617 h 469120"/>
                  <a:gd name="connsiteX13" fmla="*/ 418710 w 605788"/>
                  <a:gd name="connsiteY13" fmla="*/ 290150 h 469120"/>
                  <a:gd name="connsiteX14" fmla="*/ 430680 w 605788"/>
                  <a:gd name="connsiteY14" fmla="*/ 281654 h 469120"/>
                  <a:gd name="connsiteX15" fmla="*/ 440405 w 605788"/>
                  <a:gd name="connsiteY15" fmla="*/ 282494 h 469120"/>
                  <a:gd name="connsiteX16" fmla="*/ 447419 w 605788"/>
                  <a:gd name="connsiteY16" fmla="*/ 289496 h 469120"/>
                  <a:gd name="connsiteX17" fmla="*/ 454339 w 605788"/>
                  <a:gd name="connsiteY17" fmla="*/ 296498 h 469120"/>
                  <a:gd name="connsiteX18" fmla="*/ 455087 w 605788"/>
                  <a:gd name="connsiteY18" fmla="*/ 306208 h 469120"/>
                  <a:gd name="connsiteX19" fmla="*/ 446297 w 605788"/>
                  <a:gd name="connsiteY19" fmla="*/ 318344 h 469120"/>
                  <a:gd name="connsiteX20" fmla="*/ 445642 w 605788"/>
                  <a:gd name="connsiteY20" fmla="*/ 326840 h 469120"/>
                  <a:gd name="connsiteX21" fmla="*/ 450505 w 605788"/>
                  <a:gd name="connsiteY21" fmla="*/ 339070 h 469120"/>
                  <a:gd name="connsiteX22" fmla="*/ 456864 w 605788"/>
                  <a:gd name="connsiteY22" fmla="*/ 344765 h 469120"/>
                  <a:gd name="connsiteX23" fmla="*/ 471360 w 605788"/>
                  <a:gd name="connsiteY23" fmla="*/ 347286 h 469120"/>
                  <a:gd name="connsiteX24" fmla="*/ 477812 w 605788"/>
                  <a:gd name="connsiteY24" fmla="*/ 354755 h 469120"/>
                  <a:gd name="connsiteX25" fmla="*/ 477812 w 605788"/>
                  <a:gd name="connsiteY25" fmla="*/ 364557 h 469120"/>
                  <a:gd name="connsiteX26" fmla="*/ 477812 w 605788"/>
                  <a:gd name="connsiteY26" fmla="*/ 374360 h 469120"/>
                  <a:gd name="connsiteX27" fmla="*/ 471453 w 605788"/>
                  <a:gd name="connsiteY27" fmla="*/ 381736 h 469120"/>
                  <a:gd name="connsiteX28" fmla="*/ 456584 w 605788"/>
                  <a:gd name="connsiteY28" fmla="*/ 384070 h 469120"/>
                  <a:gd name="connsiteX29" fmla="*/ 450131 w 605788"/>
                  <a:gd name="connsiteY29" fmla="*/ 389671 h 469120"/>
                  <a:gd name="connsiteX30" fmla="*/ 445268 w 605788"/>
                  <a:gd name="connsiteY30" fmla="*/ 401248 h 469120"/>
                  <a:gd name="connsiteX31" fmla="*/ 445736 w 605788"/>
                  <a:gd name="connsiteY31" fmla="*/ 409743 h 469120"/>
                  <a:gd name="connsiteX32" fmla="*/ 454339 w 605788"/>
                  <a:gd name="connsiteY32" fmla="*/ 421787 h 469120"/>
                  <a:gd name="connsiteX33" fmla="*/ 453498 w 605788"/>
                  <a:gd name="connsiteY33" fmla="*/ 431496 h 469120"/>
                  <a:gd name="connsiteX34" fmla="*/ 446484 w 605788"/>
                  <a:gd name="connsiteY34" fmla="*/ 438498 h 469120"/>
                  <a:gd name="connsiteX35" fmla="*/ 439564 w 605788"/>
                  <a:gd name="connsiteY35" fmla="*/ 445500 h 469120"/>
                  <a:gd name="connsiteX36" fmla="*/ 429838 w 605788"/>
                  <a:gd name="connsiteY36" fmla="*/ 446247 h 469120"/>
                  <a:gd name="connsiteX37" fmla="*/ 417681 w 605788"/>
                  <a:gd name="connsiteY37" fmla="*/ 437471 h 469120"/>
                  <a:gd name="connsiteX38" fmla="*/ 409265 w 605788"/>
                  <a:gd name="connsiteY38" fmla="*/ 436911 h 469120"/>
                  <a:gd name="connsiteX39" fmla="*/ 397014 w 605788"/>
                  <a:gd name="connsiteY39" fmla="*/ 441859 h 469120"/>
                  <a:gd name="connsiteX40" fmla="*/ 391403 w 605788"/>
                  <a:gd name="connsiteY40" fmla="*/ 448208 h 469120"/>
                  <a:gd name="connsiteX41" fmla="*/ 388785 w 605788"/>
                  <a:gd name="connsiteY41" fmla="*/ 462865 h 469120"/>
                  <a:gd name="connsiteX42" fmla="*/ 381304 w 605788"/>
                  <a:gd name="connsiteY42" fmla="*/ 469120 h 469120"/>
                  <a:gd name="connsiteX43" fmla="*/ 371484 w 605788"/>
                  <a:gd name="connsiteY43" fmla="*/ 469120 h 469120"/>
                  <a:gd name="connsiteX44" fmla="*/ 361572 w 605788"/>
                  <a:gd name="connsiteY44" fmla="*/ 469120 h 469120"/>
                  <a:gd name="connsiteX45" fmla="*/ 354278 w 605788"/>
                  <a:gd name="connsiteY45" fmla="*/ 462772 h 469120"/>
                  <a:gd name="connsiteX46" fmla="*/ 351846 w 605788"/>
                  <a:gd name="connsiteY46" fmla="*/ 448114 h 469120"/>
                  <a:gd name="connsiteX47" fmla="*/ 346235 w 605788"/>
                  <a:gd name="connsiteY47" fmla="*/ 441766 h 469120"/>
                  <a:gd name="connsiteX48" fmla="*/ 334078 w 605788"/>
                  <a:gd name="connsiteY48" fmla="*/ 436631 h 469120"/>
                  <a:gd name="connsiteX49" fmla="*/ 325568 w 605788"/>
                  <a:gd name="connsiteY49" fmla="*/ 437098 h 469120"/>
                  <a:gd name="connsiteX50" fmla="*/ 313505 w 605788"/>
                  <a:gd name="connsiteY50" fmla="*/ 445687 h 469120"/>
                  <a:gd name="connsiteX51" fmla="*/ 303779 w 605788"/>
                  <a:gd name="connsiteY51" fmla="*/ 444847 h 469120"/>
                  <a:gd name="connsiteX52" fmla="*/ 296765 w 605788"/>
                  <a:gd name="connsiteY52" fmla="*/ 437845 h 469120"/>
                  <a:gd name="connsiteX53" fmla="*/ 289752 w 605788"/>
                  <a:gd name="connsiteY53" fmla="*/ 430936 h 469120"/>
                  <a:gd name="connsiteX54" fmla="*/ 289191 w 605788"/>
                  <a:gd name="connsiteY54" fmla="*/ 421227 h 469120"/>
                  <a:gd name="connsiteX55" fmla="*/ 297888 w 605788"/>
                  <a:gd name="connsiteY55" fmla="*/ 409090 h 469120"/>
                  <a:gd name="connsiteX56" fmla="*/ 298542 w 605788"/>
                  <a:gd name="connsiteY56" fmla="*/ 400688 h 469120"/>
                  <a:gd name="connsiteX57" fmla="*/ 293492 w 605788"/>
                  <a:gd name="connsiteY57" fmla="*/ 388457 h 469120"/>
                  <a:gd name="connsiteX58" fmla="*/ 287133 w 605788"/>
                  <a:gd name="connsiteY58" fmla="*/ 382856 h 469120"/>
                  <a:gd name="connsiteX59" fmla="*/ 272451 w 605788"/>
                  <a:gd name="connsiteY59" fmla="*/ 380242 h 469120"/>
                  <a:gd name="connsiteX60" fmla="*/ 266186 w 605788"/>
                  <a:gd name="connsiteY60" fmla="*/ 372773 h 469120"/>
                  <a:gd name="connsiteX61" fmla="*/ 266186 w 605788"/>
                  <a:gd name="connsiteY61" fmla="*/ 362970 h 469120"/>
                  <a:gd name="connsiteX62" fmla="*/ 266186 w 605788"/>
                  <a:gd name="connsiteY62" fmla="*/ 353074 h 469120"/>
                  <a:gd name="connsiteX63" fmla="*/ 272545 w 605788"/>
                  <a:gd name="connsiteY63" fmla="*/ 345792 h 469120"/>
                  <a:gd name="connsiteX64" fmla="*/ 287320 w 605788"/>
                  <a:gd name="connsiteY64" fmla="*/ 343365 h 469120"/>
                  <a:gd name="connsiteX65" fmla="*/ 293773 w 605788"/>
                  <a:gd name="connsiteY65" fmla="*/ 337763 h 469120"/>
                  <a:gd name="connsiteX66" fmla="*/ 299103 w 605788"/>
                  <a:gd name="connsiteY66" fmla="*/ 325346 h 469120"/>
                  <a:gd name="connsiteX67" fmla="*/ 298636 w 605788"/>
                  <a:gd name="connsiteY67" fmla="*/ 316757 h 469120"/>
                  <a:gd name="connsiteX68" fmla="*/ 290313 w 605788"/>
                  <a:gd name="connsiteY68" fmla="*/ 304807 h 469120"/>
                  <a:gd name="connsiteX69" fmla="*/ 291154 w 605788"/>
                  <a:gd name="connsiteY69" fmla="*/ 295098 h 469120"/>
                  <a:gd name="connsiteX70" fmla="*/ 298168 w 605788"/>
                  <a:gd name="connsiteY70" fmla="*/ 288096 h 469120"/>
                  <a:gd name="connsiteX71" fmla="*/ 305088 w 605788"/>
                  <a:gd name="connsiteY71" fmla="*/ 281187 h 469120"/>
                  <a:gd name="connsiteX72" fmla="*/ 314814 w 605788"/>
                  <a:gd name="connsiteY72" fmla="*/ 280440 h 469120"/>
                  <a:gd name="connsiteX73" fmla="*/ 327064 w 605788"/>
                  <a:gd name="connsiteY73" fmla="*/ 289216 h 469120"/>
                  <a:gd name="connsiteX74" fmla="*/ 335574 w 605788"/>
                  <a:gd name="connsiteY74" fmla="*/ 289870 h 469120"/>
                  <a:gd name="connsiteX75" fmla="*/ 347638 w 605788"/>
                  <a:gd name="connsiteY75" fmla="*/ 285015 h 469120"/>
                  <a:gd name="connsiteX76" fmla="*/ 353342 w 605788"/>
                  <a:gd name="connsiteY76" fmla="*/ 278573 h 469120"/>
                  <a:gd name="connsiteX77" fmla="*/ 355774 w 605788"/>
                  <a:gd name="connsiteY77" fmla="*/ 264102 h 469120"/>
                  <a:gd name="connsiteX78" fmla="*/ 363255 w 605788"/>
                  <a:gd name="connsiteY78" fmla="*/ 257847 h 469120"/>
                  <a:gd name="connsiteX79" fmla="*/ 536686 w 605788"/>
                  <a:gd name="connsiteY79" fmla="*/ 251491 h 469120"/>
                  <a:gd name="connsiteX80" fmla="*/ 514522 w 605788"/>
                  <a:gd name="connsiteY80" fmla="*/ 257457 h 469120"/>
                  <a:gd name="connsiteX81" fmla="*/ 509097 w 605788"/>
                  <a:gd name="connsiteY81" fmla="*/ 299487 h 469120"/>
                  <a:gd name="connsiteX82" fmla="*/ 551088 w 605788"/>
                  <a:gd name="connsiteY82" fmla="*/ 304904 h 469120"/>
                  <a:gd name="connsiteX83" fmla="*/ 556605 w 605788"/>
                  <a:gd name="connsiteY83" fmla="*/ 262968 h 469120"/>
                  <a:gd name="connsiteX84" fmla="*/ 536686 w 605788"/>
                  <a:gd name="connsiteY84" fmla="*/ 251491 h 469120"/>
                  <a:gd name="connsiteX85" fmla="*/ 536592 w 605788"/>
                  <a:gd name="connsiteY85" fmla="*/ 208049 h 469120"/>
                  <a:gd name="connsiteX86" fmla="*/ 543325 w 605788"/>
                  <a:gd name="connsiteY86" fmla="*/ 209076 h 469120"/>
                  <a:gd name="connsiteX87" fmla="*/ 550059 w 605788"/>
                  <a:gd name="connsiteY87" fmla="*/ 210010 h 469120"/>
                  <a:gd name="connsiteX88" fmla="*/ 554548 w 605788"/>
                  <a:gd name="connsiteY88" fmla="*/ 215054 h 469120"/>
                  <a:gd name="connsiteX89" fmla="*/ 554828 w 605788"/>
                  <a:gd name="connsiteY89" fmla="*/ 225328 h 469120"/>
                  <a:gd name="connsiteX90" fmla="*/ 557914 w 605788"/>
                  <a:gd name="connsiteY90" fmla="*/ 230184 h 469120"/>
                  <a:gd name="connsiteX91" fmla="*/ 565676 w 605788"/>
                  <a:gd name="connsiteY91" fmla="*/ 234948 h 469120"/>
                  <a:gd name="connsiteX92" fmla="*/ 571568 w 605788"/>
                  <a:gd name="connsiteY92" fmla="*/ 235415 h 469120"/>
                  <a:gd name="connsiteX93" fmla="*/ 580546 w 605788"/>
                  <a:gd name="connsiteY93" fmla="*/ 230838 h 469120"/>
                  <a:gd name="connsiteX94" fmla="*/ 587092 w 605788"/>
                  <a:gd name="connsiteY94" fmla="*/ 232333 h 469120"/>
                  <a:gd name="connsiteX95" fmla="*/ 591207 w 605788"/>
                  <a:gd name="connsiteY95" fmla="*/ 237843 h 469120"/>
                  <a:gd name="connsiteX96" fmla="*/ 595322 w 605788"/>
                  <a:gd name="connsiteY96" fmla="*/ 243260 h 469120"/>
                  <a:gd name="connsiteX97" fmla="*/ 594948 w 605788"/>
                  <a:gd name="connsiteY97" fmla="*/ 249985 h 469120"/>
                  <a:gd name="connsiteX98" fmla="*/ 587841 w 605788"/>
                  <a:gd name="connsiteY98" fmla="*/ 257457 h 469120"/>
                  <a:gd name="connsiteX99" fmla="*/ 586625 w 605788"/>
                  <a:gd name="connsiteY99" fmla="*/ 263248 h 469120"/>
                  <a:gd name="connsiteX100" fmla="*/ 588776 w 605788"/>
                  <a:gd name="connsiteY100" fmla="*/ 271934 h 469120"/>
                  <a:gd name="connsiteX101" fmla="*/ 592610 w 605788"/>
                  <a:gd name="connsiteY101" fmla="*/ 276417 h 469120"/>
                  <a:gd name="connsiteX102" fmla="*/ 602242 w 605788"/>
                  <a:gd name="connsiteY102" fmla="*/ 279499 h 469120"/>
                  <a:gd name="connsiteX103" fmla="*/ 605703 w 605788"/>
                  <a:gd name="connsiteY103" fmla="*/ 285103 h 469120"/>
                  <a:gd name="connsiteX104" fmla="*/ 604674 w 605788"/>
                  <a:gd name="connsiteY104" fmla="*/ 291828 h 469120"/>
                  <a:gd name="connsiteX105" fmla="*/ 603739 w 605788"/>
                  <a:gd name="connsiteY105" fmla="*/ 298553 h 469120"/>
                  <a:gd name="connsiteX106" fmla="*/ 598689 w 605788"/>
                  <a:gd name="connsiteY106" fmla="*/ 303036 h 469120"/>
                  <a:gd name="connsiteX107" fmla="*/ 588402 w 605788"/>
                  <a:gd name="connsiteY107" fmla="*/ 303316 h 469120"/>
                  <a:gd name="connsiteX108" fmla="*/ 583539 w 605788"/>
                  <a:gd name="connsiteY108" fmla="*/ 306398 h 469120"/>
                  <a:gd name="connsiteX109" fmla="*/ 579050 w 605788"/>
                  <a:gd name="connsiteY109" fmla="*/ 313870 h 469120"/>
                  <a:gd name="connsiteX110" fmla="*/ 578489 w 605788"/>
                  <a:gd name="connsiteY110" fmla="*/ 319754 h 469120"/>
                  <a:gd name="connsiteX111" fmla="*/ 583258 w 605788"/>
                  <a:gd name="connsiteY111" fmla="*/ 328814 h 469120"/>
                  <a:gd name="connsiteX112" fmla="*/ 581762 w 605788"/>
                  <a:gd name="connsiteY112" fmla="*/ 335445 h 469120"/>
                  <a:gd name="connsiteX113" fmla="*/ 576244 w 605788"/>
                  <a:gd name="connsiteY113" fmla="*/ 339555 h 469120"/>
                  <a:gd name="connsiteX114" fmla="*/ 570820 w 605788"/>
                  <a:gd name="connsiteY114" fmla="*/ 343665 h 469120"/>
                  <a:gd name="connsiteX115" fmla="*/ 564087 w 605788"/>
                  <a:gd name="connsiteY115" fmla="*/ 343291 h 469120"/>
                  <a:gd name="connsiteX116" fmla="*/ 556699 w 605788"/>
                  <a:gd name="connsiteY116" fmla="*/ 336193 h 469120"/>
                  <a:gd name="connsiteX117" fmla="*/ 550994 w 605788"/>
                  <a:gd name="connsiteY117" fmla="*/ 334978 h 469120"/>
                  <a:gd name="connsiteX118" fmla="*/ 542110 w 605788"/>
                  <a:gd name="connsiteY118" fmla="*/ 337220 h 469120"/>
                  <a:gd name="connsiteX119" fmla="*/ 537621 w 605788"/>
                  <a:gd name="connsiteY119" fmla="*/ 340956 h 469120"/>
                  <a:gd name="connsiteX120" fmla="*/ 534535 w 605788"/>
                  <a:gd name="connsiteY120" fmla="*/ 350669 h 469120"/>
                  <a:gd name="connsiteX121" fmla="*/ 528736 w 605788"/>
                  <a:gd name="connsiteY121" fmla="*/ 354219 h 469120"/>
                  <a:gd name="connsiteX122" fmla="*/ 522003 w 605788"/>
                  <a:gd name="connsiteY122" fmla="*/ 353285 h 469120"/>
                  <a:gd name="connsiteX123" fmla="*/ 515270 w 605788"/>
                  <a:gd name="connsiteY123" fmla="*/ 352257 h 469120"/>
                  <a:gd name="connsiteX124" fmla="*/ 510781 w 605788"/>
                  <a:gd name="connsiteY124" fmla="*/ 347307 h 469120"/>
                  <a:gd name="connsiteX125" fmla="*/ 510594 w 605788"/>
                  <a:gd name="connsiteY125" fmla="*/ 337033 h 469120"/>
                  <a:gd name="connsiteX126" fmla="*/ 507414 w 605788"/>
                  <a:gd name="connsiteY126" fmla="*/ 332176 h 469120"/>
                  <a:gd name="connsiteX127" fmla="*/ 499559 w 605788"/>
                  <a:gd name="connsiteY127" fmla="*/ 327600 h 469120"/>
                  <a:gd name="connsiteX128" fmla="*/ 493760 w 605788"/>
                  <a:gd name="connsiteY128" fmla="*/ 327133 h 469120"/>
                  <a:gd name="connsiteX129" fmla="*/ 484595 w 605788"/>
                  <a:gd name="connsiteY129" fmla="*/ 331803 h 469120"/>
                  <a:gd name="connsiteX130" fmla="*/ 478049 w 605788"/>
                  <a:gd name="connsiteY130" fmla="*/ 330308 h 469120"/>
                  <a:gd name="connsiteX131" fmla="*/ 473934 w 605788"/>
                  <a:gd name="connsiteY131" fmla="*/ 324891 h 469120"/>
                  <a:gd name="connsiteX132" fmla="*/ 469819 w 605788"/>
                  <a:gd name="connsiteY132" fmla="*/ 319381 h 469120"/>
                  <a:gd name="connsiteX133" fmla="*/ 470287 w 605788"/>
                  <a:gd name="connsiteY133" fmla="*/ 312749 h 469120"/>
                  <a:gd name="connsiteX134" fmla="*/ 477395 w 605788"/>
                  <a:gd name="connsiteY134" fmla="*/ 305464 h 469120"/>
                  <a:gd name="connsiteX135" fmla="*/ 478610 w 605788"/>
                  <a:gd name="connsiteY135" fmla="*/ 299673 h 469120"/>
                  <a:gd name="connsiteX136" fmla="*/ 476366 w 605788"/>
                  <a:gd name="connsiteY136" fmla="*/ 290894 h 469120"/>
                  <a:gd name="connsiteX137" fmla="*/ 472625 w 605788"/>
                  <a:gd name="connsiteY137" fmla="*/ 286411 h 469120"/>
                  <a:gd name="connsiteX138" fmla="*/ 462899 w 605788"/>
                  <a:gd name="connsiteY138" fmla="*/ 283235 h 469120"/>
                  <a:gd name="connsiteX139" fmla="*/ 459345 w 605788"/>
                  <a:gd name="connsiteY139" fmla="*/ 277538 h 469120"/>
                  <a:gd name="connsiteX140" fmla="*/ 460281 w 605788"/>
                  <a:gd name="connsiteY140" fmla="*/ 270813 h 469120"/>
                  <a:gd name="connsiteX141" fmla="*/ 461309 w 605788"/>
                  <a:gd name="connsiteY141" fmla="*/ 264088 h 469120"/>
                  <a:gd name="connsiteX142" fmla="*/ 466266 w 605788"/>
                  <a:gd name="connsiteY142" fmla="*/ 259605 h 469120"/>
                  <a:gd name="connsiteX143" fmla="*/ 476553 w 605788"/>
                  <a:gd name="connsiteY143" fmla="*/ 259325 h 469120"/>
                  <a:gd name="connsiteX144" fmla="*/ 481509 w 605788"/>
                  <a:gd name="connsiteY144" fmla="*/ 256149 h 469120"/>
                  <a:gd name="connsiteX145" fmla="*/ 486372 w 605788"/>
                  <a:gd name="connsiteY145" fmla="*/ 248117 h 469120"/>
                  <a:gd name="connsiteX146" fmla="*/ 486840 w 605788"/>
                  <a:gd name="connsiteY146" fmla="*/ 242326 h 469120"/>
                  <a:gd name="connsiteX147" fmla="*/ 482257 w 605788"/>
                  <a:gd name="connsiteY147" fmla="*/ 233360 h 469120"/>
                  <a:gd name="connsiteX148" fmla="*/ 483754 w 605788"/>
                  <a:gd name="connsiteY148" fmla="*/ 226729 h 469120"/>
                  <a:gd name="connsiteX149" fmla="*/ 489271 w 605788"/>
                  <a:gd name="connsiteY149" fmla="*/ 222619 h 469120"/>
                  <a:gd name="connsiteX150" fmla="*/ 494696 w 605788"/>
                  <a:gd name="connsiteY150" fmla="*/ 218510 h 469120"/>
                  <a:gd name="connsiteX151" fmla="*/ 501429 w 605788"/>
                  <a:gd name="connsiteY151" fmla="*/ 218883 h 469120"/>
                  <a:gd name="connsiteX152" fmla="*/ 508910 w 605788"/>
                  <a:gd name="connsiteY152" fmla="*/ 225981 h 469120"/>
                  <a:gd name="connsiteX153" fmla="*/ 514709 w 605788"/>
                  <a:gd name="connsiteY153" fmla="*/ 227196 h 469120"/>
                  <a:gd name="connsiteX154" fmla="*/ 523406 w 605788"/>
                  <a:gd name="connsiteY154" fmla="*/ 225141 h 469120"/>
                  <a:gd name="connsiteX155" fmla="*/ 527895 w 605788"/>
                  <a:gd name="connsiteY155" fmla="*/ 221218 h 469120"/>
                  <a:gd name="connsiteX156" fmla="*/ 530887 w 605788"/>
                  <a:gd name="connsiteY156" fmla="*/ 211691 h 469120"/>
                  <a:gd name="connsiteX157" fmla="*/ 536592 w 605788"/>
                  <a:gd name="connsiteY157" fmla="*/ 208049 h 469120"/>
                  <a:gd name="connsiteX158" fmla="*/ 168383 w 605788"/>
                  <a:gd name="connsiteY158" fmla="*/ 99654 h 469120"/>
                  <a:gd name="connsiteX159" fmla="*/ 103803 w 605788"/>
                  <a:gd name="connsiteY159" fmla="*/ 148007 h 469120"/>
                  <a:gd name="connsiteX160" fmla="*/ 148222 w 605788"/>
                  <a:gd name="connsiteY160" fmla="*/ 241207 h 469120"/>
                  <a:gd name="connsiteX161" fmla="*/ 241640 w 605788"/>
                  <a:gd name="connsiteY161" fmla="*/ 196848 h 469120"/>
                  <a:gd name="connsiteX162" fmla="*/ 197128 w 605788"/>
                  <a:gd name="connsiteY162" fmla="*/ 103742 h 469120"/>
                  <a:gd name="connsiteX163" fmla="*/ 168383 w 605788"/>
                  <a:gd name="connsiteY163" fmla="*/ 99654 h 469120"/>
                  <a:gd name="connsiteX164" fmla="*/ 220039 w 605788"/>
                  <a:gd name="connsiteY164" fmla="*/ 831 h 469120"/>
                  <a:gd name="connsiteX165" fmla="*/ 235656 w 605788"/>
                  <a:gd name="connsiteY165" fmla="*/ 6621 h 469120"/>
                  <a:gd name="connsiteX166" fmla="*/ 251179 w 605788"/>
                  <a:gd name="connsiteY166" fmla="*/ 12317 h 469120"/>
                  <a:gd name="connsiteX167" fmla="*/ 259314 w 605788"/>
                  <a:gd name="connsiteY167" fmla="*/ 26606 h 469120"/>
                  <a:gd name="connsiteX168" fmla="*/ 254545 w 605788"/>
                  <a:gd name="connsiteY168" fmla="*/ 51446 h 469120"/>
                  <a:gd name="connsiteX169" fmla="*/ 259595 w 605788"/>
                  <a:gd name="connsiteY169" fmla="*/ 64707 h 469120"/>
                  <a:gd name="connsiteX170" fmla="*/ 275492 w 605788"/>
                  <a:gd name="connsiteY170" fmla="*/ 79836 h 469120"/>
                  <a:gd name="connsiteX171" fmla="*/ 289332 w 605788"/>
                  <a:gd name="connsiteY171" fmla="*/ 83945 h 469120"/>
                  <a:gd name="connsiteX172" fmla="*/ 313084 w 605788"/>
                  <a:gd name="connsiteY172" fmla="*/ 77314 h 469120"/>
                  <a:gd name="connsiteX173" fmla="*/ 327859 w 605788"/>
                  <a:gd name="connsiteY173" fmla="*/ 84318 h 469120"/>
                  <a:gd name="connsiteX174" fmla="*/ 334779 w 605788"/>
                  <a:gd name="connsiteY174" fmla="*/ 99260 h 469120"/>
                  <a:gd name="connsiteX175" fmla="*/ 341605 w 605788"/>
                  <a:gd name="connsiteY175" fmla="*/ 114202 h 469120"/>
                  <a:gd name="connsiteX176" fmla="*/ 337116 w 605788"/>
                  <a:gd name="connsiteY176" fmla="*/ 129890 h 469120"/>
                  <a:gd name="connsiteX177" fmla="*/ 316170 w 605788"/>
                  <a:gd name="connsiteY177" fmla="*/ 144085 h 469120"/>
                  <a:gd name="connsiteX178" fmla="*/ 310278 w 605788"/>
                  <a:gd name="connsiteY178" fmla="*/ 156879 h 469120"/>
                  <a:gd name="connsiteX179" fmla="*/ 310933 w 605788"/>
                  <a:gd name="connsiteY179" fmla="*/ 178918 h 469120"/>
                  <a:gd name="connsiteX180" fmla="*/ 317666 w 605788"/>
                  <a:gd name="connsiteY180" fmla="*/ 191525 h 469120"/>
                  <a:gd name="connsiteX181" fmla="*/ 338987 w 605788"/>
                  <a:gd name="connsiteY181" fmla="*/ 203852 h 469120"/>
                  <a:gd name="connsiteX182" fmla="*/ 344597 w 605788"/>
                  <a:gd name="connsiteY182" fmla="*/ 219261 h 469120"/>
                  <a:gd name="connsiteX183" fmla="*/ 338893 w 605788"/>
                  <a:gd name="connsiteY183" fmla="*/ 234857 h 469120"/>
                  <a:gd name="connsiteX184" fmla="*/ 333095 w 605788"/>
                  <a:gd name="connsiteY184" fmla="*/ 250359 h 469120"/>
                  <a:gd name="connsiteX185" fmla="*/ 318788 w 605788"/>
                  <a:gd name="connsiteY185" fmla="*/ 258483 h 469120"/>
                  <a:gd name="connsiteX186" fmla="*/ 294007 w 605788"/>
                  <a:gd name="connsiteY186" fmla="*/ 253721 h 469120"/>
                  <a:gd name="connsiteX187" fmla="*/ 280635 w 605788"/>
                  <a:gd name="connsiteY187" fmla="*/ 258764 h 469120"/>
                  <a:gd name="connsiteX188" fmla="*/ 265580 w 605788"/>
                  <a:gd name="connsiteY188" fmla="*/ 274826 h 469120"/>
                  <a:gd name="connsiteX189" fmla="*/ 261465 w 605788"/>
                  <a:gd name="connsiteY189" fmla="*/ 288460 h 469120"/>
                  <a:gd name="connsiteX190" fmla="*/ 267824 w 605788"/>
                  <a:gd name="connsiteY190" fmla="*/ 312274 h 469120"/>
                  <a:gd name="connsiteX191" fmla="*/ 261091 w 605788"/>
                  <a:gd name="connsiteY191" fmla="*/ 326749 h 469120"/>
                  <a:gd name="connsiteX192" fmla="*/ 246129 w 605788"/>
                  <a:gd name="connsiteY192" fmla="*/ 333566 h 469120"/>
                  <a:gd name="connsiteX193" fmla="*/ 231167 w 605788"/>
                  <a:gd name="connsiteY193" fmla="*/ 340383 h 469120"/>
                  <a:gd name="connsiteX194" fmla="*/ 215457 w 605788"/>
                  <a:gd name="connsiteY194" fmla="*/ 336087 h 469120"/>
                  <a:gd name="connsiteX195" fmla="*/ 201243 w 605788"/>
                  <a:gd name="connsiteY195" fmla="*/ 315169 h 469120"/>
                  <a:gd name="connsiteX196" fmla="*/ 188245 w 605788"/>
                  <a:gd name="connsiteY196" fmla="*/ 309285 h 469120"/>
                  <a:gd name="connsiteX197" fmla="*/ 167205 w 605788"/>
                  <a:gd name="connsiteY197" fmla="*/ 310032 h 469120"/>
                  <a:gd name="connsiteX198" fmla="*/ 154580 w 605788"/>
                  <a:gd name="connsiteY198" fmla="*/ 316850 h 469120"/>
                  <a:gd name="connsiteX199" fmla="*/ 142143 w 605788"/>
                  <a:gd name="connsiteY199" fmla="*/ 338422 h 469120"/>
                  <a:gd name="connsiteX200" fmla="*/ 126620 w 605788"/>
                  <a:gd name="connsiteY200" fmla="*/ 344025 h 469120"/>
                  <a:gd name="connsiteX201" fmla="*/ 111097 w 605788"/>
                  <a:gd name="connsiteY201" fmla="*/ 338328 h 469120"/>
                  <a:gd name="connsiteX202" fmla="*/ 95481 w 605788"/>
                  <a:gd name="connsiteY202" fmla="*/ 332538 h 469120"/>
                  <a:gd name="connsiteX203" fmla="*/ 87345 w 605788"/>
                  <a:gd name="connsiteY203" fmla="*/ 318250 h 469120"/>
                  <a:gd name="connsiteX204" fmla="*/ 92114 w 605788"/>
                  <a:gd name="connsiteY204" fmla="*/ 293877 h 469120"/>
                  <a:gd name="connsiteX205" fmla="*/ 87158 w 605788"/>
                  <a:gd name="connsiteY205" fmla="*/ 280523 h 469120"/>
                  <a:gd name="connsiteX206" fmla="*/ 70887 w 605788"/>
                  <a:gd name="connsiteY206" fmla="*/ 265487 h 469120"/>
                  <a:gd name="connsiteX207" fmla="*/ 57328 w 605788"/>
                  <a:gd name="connsiteY207" fmla="*/ 261378 h 469120"/>
                  <a:gd name="connsiteX208" fmla="*/ 33108 w 605788"/>
                  <a:gd name="connsiteY208" fmla="*/ 267822 h 469120"/>
                  <a:gd name="connsiteX209" fmla="*/ 18333 w 605788"/>
                  <a:gd name="connsiteY209" fmla="*/ 260818 h 469120"/>
                  <a:gd name="connsiteX210" fmla="*/ 11413 w 605788"/>
                  <a:gd name="connsiteY210" fmla="*/ 245876 h 469120"/>
                  <a:gd name="connsiteX211" fmla="*/ 4587 w 605788"/>
                  <a:gd name="connsiteY211" fmla="*/ 230935 h 469120"/>
                  <a:gd name="connsiteX212" fmla="*/ 8982 w 605788"/>
                  <a:gd name="connsiteY212" fmla="*/ 215246 h 469120"/>
                  <a:gd name="connsiteX213" fmla="*/ 29648 w 605788"/>
                  <a:gd name="connsiteY213" fmla="*/ 201237 h 469120"/>
                  <a:gd name="connsiteX214" fmla="*/ 35539 w 605788"/>
                  <a:gd name="connsiteY214" fmla="*/ 188257 h 469120"/>
                  <a:gd name="connsiteX215" fmla="*/ 34791 w 605788"/>
                  <a:gd name="connsiteY215" fmla="*/ 166124 h 469120"/>
                  <a:gd name="connsiteX216" fmla="*/ 28058 w 605788"/>
                  <a:gd name="connsiteY216" fmla="*/ 153610 h 469120"/>
                  <a:gd name="connsiteX217" fmla="*/ 6457 w 605788"/>
                  <a:gd name="connsiteY217" fmla="*/ 141190 h 469120"/>
                  <a:gd name="connsiteX218" fmla="*/ 846 w 605788"/>
                  <a:gd name="connsiteY218" fmla="*/ 125781 h 469120"/>
                  <a:gd name="connsiteX219" fmla="*/ 6550 w 605788"/>
                  <a:gd name="connsiteY219" fmla="*/ 110186 h 469120"/>
                  <a:gd name="connsiteX220" fmla="*/ 12348 w 605788"/>
                  <a:gd name="connsiteY220" fmla="*/ 94591 h 469120"/>
                  <a:gd name="connsiteX221" fmla="*/ 26655 w 605788"/>
                  <a:gd name="connsiteY221" fmla="*/ 86933 h 469120"/>
                  <a:gd name="connsiteX222" fmla="*/ 51062 w 605788"/>
                  <a:gd name="connsiteY222" fmla="*/ 91602 h 469120"/>
                  <a:gd name="connsiteX223" fmla="*/ 64434 w 605788"/>
                  <a:gd name="connsiteY223" fmla="*/ 86653 h 469120"/>
                  <a:gd name="connsiteX224" fmla="*/ 79490 w 605788"/>
                  <a:gd name="connsiteY224" fmla="*/ 70497 h 469120"/>
                  <a:gd name="connsiteX225" fmla="*/ 83604 w 605788"/>
                  <a:gd name="connsiteY225" fmla="*/ 56863 h 469120"/>
                  <a:gd name="connsiteX226" fmla="*/ 77152 w 605788"/>
                  <a:gd name="connsiteY226" fmla="*/ 32769 h 469120"/>
                  <a:gd name="connsiteX227" fmla="*/ 84166 w 605788"/>
                  <a:gd name="connsiteY227" fmla="*/ 17921 h 469120"/>
                  <a:gd name="connsiteX228" fmla="*/ 99128 w 605788"/>
                  <a:gd name="connsiteY228" fmla="*/ 11103 h 469120"/>
                  <a:gd name="connsiteX229" fmla="*/ 114090 w 605788"/>
                  <a:gd name="connsiteY229" fmla="*/ 4193 h 469120"/>
                  <a:gd name="connsiteX230" fmla="*/ 129800 w 605788"/>
                  <a:gd name="connsiteY230" fmla="*/ 8582 h 469120"/>
                  <a:gd name="connsiteX231" fmla="*/ 143733 w 605788"/>
                  <a:gd name="connsiteY231" fmla="*/ 29220 h 469120"/>
                  <a:gd name="connsiteX232" fmla="*/ 156825 w 605788"/>
                  <a:gd name="connsiteY232" fmla="*/ 35104 h 469120"/>
                  <a:gd name="connsiteX233" fmla="*/ 179642 w 605788"/>
                  <a:gd name="connsiteY233" fmla="*/ 34357 h 469120"/>
                  <a:gd name="connsiteX234" fmla="*/ 192359 w 605788"/>
                  <a:gd name="connsiteY234" fmla="*/ 27633 h 469120"/>
                  <a:gd name="connsiteX235" fmla="*/ 204609 w 605788"/>
                  <a:gd name="connsiteY235" fmla="*/ 6434 h 469120"/>
                  <a:gd name="connsiteX236" fmla="*/ 220039 w 605788"/>
                  <a:gd name="connsiteY236" fmla="*/ 831 h 469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</a:cxnLst>
                <a:rect l="l" t="t" r="r" b="b"/>
                <a:pathLst>
                  <a:path w="605788" h="469120">
                    <a:moveTo>
                      <a:pt x="371298" y="320025"/>
                    </a:moveTo>
                    <a:cubicBezTo>
                      <a:pt x="360146" y="320141"/>
                      <a:pt x="349041" y="324506"/>
                      <a:pt x="340624" y="333095"/>
                    </a:cubicBezTo>
                    <a:cubicBezTo>
                      <a:pt x="323791" y="350273"/>
                      <a:pt x="324072" y="377721"/>
                      <a:pt x="341279" y="394526"/>
                    </a:cubicBezTo>
                    <a:cubicBezTo>
                      <a:pt x="358486" y="411331"/>
                      <a:pt x="386073" y="411144"/>
                      <a:pt x="402906" y="393966"/>
                    </a:cubicBezTo>
                    <a:cubicBezTo>
                      <a:pt x="419739" y="376788"/>
                      <a:pt x="419458" y="349246"/>
                      <a:pt x="402251" y="332442"/>
                    </a:cubicBezTo>
                    <a:cubicBezTo>
                      <a:pt x="393648" y="324039"/>
                      <a:pt x="382449" y="319908"/>
                      <a:pt x="371298" y="320025"/>
                    </a:cubicBezTo>
                    <a:close/>
                    <a:moveTo>
                      <a:pt x="363255" y="257847"/>
                    </a:moveTo>
                    <a:lnTo>
                      <a:pt x="373074" y="257847"/>
                    </a:lnTo>
                    <a:lnTo>
                      <a:pt x="382893" y="257847"/>
                    </a:lnTo>
                    <a:cubicBezTo>
                      <a:pt x="386540" y="257847"/>
                      <a:pt x="389626" y="260648"/>
                      <a:pt x="390281" y="264196"/>
                    </a:cubicBezTo>
                    <a:lnTo>
                      <a:pt x="392619" y="279040"/>
                    </a:lnTo>
                    <a:cubicBezTo>
                      <a:pt x="393180" y="282027"/>
                      <a:pt x="395237" y="284361"/>
                      <a:pt x="398136" y="285388"/>
                    </a:cubicBezTo>
                    <a:cubicBezTo>
                      <a:pt x="402251" y="286882"/>
                      <a:pt x="406366" y="288469"/>
                      <a:pt x="410200" y="290617"/>
                    </a:cubicBezTo>
                    <a:cubicBezTo>
                      <a:pt x="412818" y="292110"/>
                      <a:pt x="416185" y="291830"/>
                      <a:pt x="418710" y="290150"/>
                    </a:cubicBezTo>
                    <a:lnTo>
                      <a:pt x="430680" y="281654"/>
                    </a:lnTo>
                    <a:cubicBezTo>
                      <a:pt x="433672" y="279507"/>
                      <a:pt x="437787" y="279880"/>
                      <a:pt x="440405" y="282494"/>
                    </a:cubicBezTo>
                    <a:lnTo>
                      <a:pt x="447419" y="289496"/>
                    </a:lnTo>
                    <a:lnTo>
                      <a:pt x="454339" y="296498"/>
                    </a:lnTo>
                    <a:cubicBezTo>
                      <a:pt x="456864" y="298926"/>
                      <a:pt x="457238" y="303220"/>
                      <a:pt x="455087" y="306208"/>
                    </a:cubicBezTo>
                    <a:lnTo>
                      <a:pt x="446297" y="318344"/>
                    </a:lnTo>
                    <a:cubicBezTo>
                      <a:pt x="444520" y="320865"/>
                      <a:pt x="444240" y="324133"/>
                      <a:pt x="445642" y="326840"/>
                    </a:cubicBezTo>
                    <a:cubicBezTo>
                      <a:pt x="447606" y="330855"/>
                      <a:pt x="449289" y="334962"/>
                      <a:pt x="450505" y="339070"/>
                    </a:cubicBezTo>
                    <a:cubicBezTo>
                      <a:pt x="451347" y="342058"/>
                      <a:pt x="453872" y="344298"/>
                      <a:pt x="456864" y="344765"/>
                    </a:cubicBezTo>
                    <a:lnTo>
                      <a:pt x="471360" y="347286"/>
                    </a:lnTo>
                    <a:cubicBezTo>
                      <a:pt x="474913" y="347846"/>
                      <a:pt x="477532" y="351114"/>
                      <a:pt x="477812" y="354755"/>
                    </a:cubicBezTo>
                    <a:lnTo>
                      <a:pt x="477812" y="364557"/>
                    </a:lnTo>
                    <a:lnTo>
                      <a:pt x="477812" y="374360"/>
                    </a:lnTo>
                    <a:cubicBezTo>
                      <a:pt x="477812" y="378001"/>
                      <a:pt x="475100" y="381082"/>
                      <a:pt x="471453" y="381736"/>
                    </a:cubicBezTo>
                    <a:lnTo>
                      <a:pt x="456584" y="384070"/>
                    </a:lnTo>
                    <a:cubicBezTo>
                      <a:pt x="453498" y="384630"/>
                      <a:pt x="451160" y="386870"/>
                      <a:pt x="450131" y="389671"/>
                    </a:cubicBezTo>
                    <a:cubicBezTo>
                      <a:pt x="448915" y="393686"/>
                      <a:pt x="447139" y="397513"/>
                      <a:pt x="445268" y="401248"/>
                    </a:cubicBezTo>
                    <a:cubicBezTo>
                      <a:pt x="443866" y="404049"/>
                      <a:pt x="444053" y="407223"/>
                      <a:pt x="445736" y="409743"/>
                    </a:cubicBezTo>
                    <a:lnTo>
                      <a:pt x="454339" y="421787"/>
                    </a:lnTo>
                    <a:cubicBezTo>
                      <a:pt x="456490" y="424774"/>
                      <a:pt x="456116" y="428882"/>
                      <a:pt x="453498" y="431496"/>
                    </a:cubicBezTo>
                    <a:lnTo>
                      <a:pt x="446484" y="438498"/>
                    </a:lnTo>
                    <a:lnTo>
                      <a:pt x="439564" y="445500"/>
                    </a:lnTo>
                    <a:cubicBezTo>
                      <a:pt x="437039" y="447928"/>
                      <a:pt x="432831" y="448301"/>
                      <a:pt x="429838" y="446247"/>
                    </a:cubicBezTo>
                    <a:lnTo>
                      <a:pt x="417681" y="437471"/>
                    </a:lnTo>
                    <a:cubicBezTo>
                      <a:pt x="415250" y="435791"/>
                      <a:pt x="411977" y="435511"/>
                      <a:pt x="409265" y="436911"/>
                    </a:cubicBezTo>
                    <a:cubicBezTo>
                      <a:pt x="405244" y="438872"/>
                      <a:pt x="401222" y="440459"/>
                      <a:pt x="397014" y="441859"/>
                    </a:cubicBezTo>
                    <a:cubicBezTo>
                      <a:pt x="394115" y="442699"/>
                      <a:pt x="391871" y="445220"/>
                      <a:pt x="391403" y="448208"/>
                    </a:cubicBezTo>
                    <a:lnTo>
                      <a:pt x="388785" y="462865"/>
                    </a:lnTo>
                    <a:cubicBezTo>
                      <a:pt x="388130" y="466506"/>
                      <a:pt x="384951" y="469120"/>
                      <a:pt x="381304" y="469120"/>
                    </a:cubicBezTo>
                    <a:lnTo>
                      <a:pt x="371484" y="469120"/>
                    </a:lnTo>
                    <a:lnTo>
                      <a:pt x="361572" y="469120"/>
                    </a:lnTo>
                    <a:cubicBezTo>
                      <a:pt x="358018" y="469120"/>
                      <a:pt x="354839" y="466413"/>
                      <a:pt x="354278" y="462772"/>
                    </a:cubicBezTo>
                    <a:lnTo>
                      <a:pt x="351846" y="448114"/>
                    </a:lnTo>
                    <a:cubicBezTo>
                      <a:pt x="351379" y="445127"/>
                      <a:pt x="349134" y="442699"/>
                      <a:pt x="346235" y="441766"/>
                    </a:cubicBezTo>
                    <a:cubicBezTo>
                      <a:pt x="342027" y="440365"/>
                      <a:pt x="338006" y="438592"/>
                      <a:pt x="334078" y="436631"/>
                    </a:cubicBezTo>
                    <a:cubicBezTo>
                      <a:pt x="331273" y="435137"/>
                      <a:pt x="328093" y="435417"/>
                      <a:pt x="325568" y="437098"/>
                    </a:cubicBezTo>
                    <a:lnTo>
                      <a:pt x="313505" y="445687"/>
                    </a:lnTo>
                    <a:cubicBezTo>
                      <a:pt x="310512" y="447834"/>
                      <a:pt x="306397" y="447461"/>
                      <a:pt x="303779" y="444847"/>
                    </a:cubicBezTo>
                    <a:lnTo>
                      <a:pt x="296765" y="437845"/>
                    </a:lnTo>
                    <a:lnTo>
                      <a:pt x="289752" y="430936"/>
                    </a:lnTo>
                    <a:cubicBezTo>
                      <a:pt x="287414" y="428135"/>
                      <a:pt x="287040" y="424214"/>
                      <a:pt x="289191" y="421227"/>
                    </a:cubicBezTo>
                    <a:lnTo>
                      <a:pt x="297888" y="409090"/>
                    </a:lnTo>
                    <a:cubicBezTo>
                      <a:pt x="299664" y="406663"/>
                      <a:pt x="299851" y="403395"/>
                      <a:pt x="298542" y="400688"/>
                    </a:cubicBezTo>
                    <a:cubicBezTo>
                      <a:pt x="296485" y="396673"/>
                      <a:pt x="294895" y="392659"/>
                      <a:pt x="293492" y="388457"/>
                    </a:cubicBezTo>
                    <a:cubicBezTo>
                      <a:pt x="292651" y="385563"/>
                      <a:pt x="290126" y="383323"/>
                      <a:pt x="287133" y="382856"/>
                    </a:cubicBezTo>
                    <a:lnTo>
                      <a:pt x="272451" y="380242"/>
                    </a:lnTo>
                    <a:cubicBezTo>
                      <a:pt x="268804" y="379588"/>
                      <a:pt x="266186" y="376414"/>
                      <a:pt x="266186" y="372773"/>
                    </a:cubicBezTo>
                    <a:lnTo>
                      <a:pt x="266186" y="362970"/>
                    </a:lnTo>
                    <a:lnTo>
                      <a:pt x="266186" y="353074"/>
                    </a:lnTo>
                    <a:cubicBezTo>
                      <a:pt x="266186" y="349526"/>
                      <a:pt x="268991" y="346352"/>
                      <a:pt x="272545" y="345792"/>
                    </a:cubicBezTo>
                    <a:lnTo>
                      <a:pt x="287320" y="343365"/>
                    </a:lnTo>
                    <a:cubicBezTo>
                      <a:pt x="290406" y="342898"/>
                      <a:pt x="292744" y="340657"/>
                      <a:pt x="293773" y="337763"/>
                    </a:cubicBezTo>
                    <a:cubicBezTo>
                      <a:pt x="295176" y="333562"/>
                      <a:pt x="297046" y="329454"/>
                      <a:pt x="299103" y="325346"/>
                    </a:cubicBezTo>
                    <a:cubicBezTo>
                      <a:pt x="300506" y="322639"/>
                      <a:pt x="300412" y="319278"/>
                      <a:pt x="298636" y="316757"/>
                    </a:cubicBezTo>
                    <a:lnTo>
                      <a:pt x="290313" y="304807"/>
                    </a:lnTo>
                    <a:cubicBezTo>
                      <a:pt x="288162" y="301820"/>
                      <a:pt x="288536" y="297712"/>
                      <a:pt x="291154" y="295098"/>
                    </a:cubicBezTo>
                    <a:lnTo>
                      <a:pt x="298168" y="288096"/>
                    </a:lnTo>
                    <a:lnTo>
                      <a:pt x="305088" y="281187"/>
                    </a:lnTo>
                    <a:cubicBezTo>
                      <a:pt x="307613" y="278666"/>
                      <a:pt x="311821" y="278293"/>
                      <a:pt x="314814" y="280440"/>
                    </a:cubicBezTo>
                    <a:lnTo>
                      <a:pt x="327064" y="289216"/>
                    </a:lnTo>
                    <a:cubicBezTo>
                      <a:pt x="329589" y="290990"/>
                      <a:pt x="332769" y="291270"/>
                      <a:pt x="335574" y="289870"/>
                    </a:cubicBezTo>
                    <a:cubicBezTo>
                      <a:pt x="339409" y="287909"/>
                      <a:pt x="343523" y="286229"/>
                      <a:pt x="347638" y="285015"/>
                    </a:cubicBezTo>
                    <a:cubicBezTo>
                      <a:pt x="350630" y="283988"/>
                      <a:pt x="352875" y="281654"/>
                      <a:pt x="353342" y="278573"/>
                    </a:cubicBezTo>
                    <a:lnTo>
                      <a:pt x="355774" y="264102"/>
                    </a:lnTo>
                    <a:cubicBezTo>
                      <a:pt x="356335" y="260461"/>
                      <a:pt x="359608" y="257847"/>
                      <a:pt x="363255" y="257847"/>
                    </a:cubicBezTo>
                    <a:close/>
                    <a:moveTo>
                      <a:pt x="536686" y="251491"/>
                    </a:moveTo>
                    <a:cubicBezTo>
                      <a:pt x="529064" y="250499"/>
                      <a:pt x="521068" y="252414"/>
                      <a:pt x="514522" y="257457"/>
                    </a:cubicBezTo>
                    <a:cubicBezTo>
                      <a:pt x="501335" y="267544"/>
                      <a:pt x="498997" y="286411"/>
                      <a:pt x="509097" y="299487"/>
                    </a:cubicBezTo>
                    <a:cubicBezTo>
                      <a:pt x="519198" y="312656"/>
                      <a:pt x="537995" y="314991"/>
                      <a:pt x="551088" y="304904"/>
                    </a:cubicBezTo>
                    <a:cubicBezTo>
                      <a:pt x="564180" y="294817"/>
                      <a:pt x="566705" y="276043"/>
                      <a:pt x="556605" y="262968"/>
                    </a:cubicBezTo>
                    <a:cubicBezTo>
                      <a:pt x="551555" y="256383"/>
                      <a:pt x="544307" y="252484"/>
                      <a:pt x="536686" y="251491"/>
                    </a:cubicBezTo>
                    <a:close/>
                    <a:moveTo>
                      <a:pt x="536592" y="208049"/>
                    </a:moveTo>
                    <a:lnTo>
                      <a:pt x="543325" y="209076"/>
                    </a:lnTo>
                    <a:lnTo>
                      <a:pt x="550059" y="210010"/>
                    </a:lnTo>
                    <a:cubicBezTo>
                      <a:pt x="552584" y="210384"/>
                      <a:pt x="554454" y="212532"/>
                      <a:pt x="554548" y="215054"/>
                    </a:cubicBezTo>
                    <a:lnTo>
                      <a:pt x="554828" y="225328"/>
                    </a:lnTo>
                    <a:cubicBezTo>
                      <a:pt x="554828" y="227476"/>
                      <a:pt x="556044" y="229344"/>
                      <a:pt x="557914" y="230184"/>
                    </a:cubicBezTo>
                    <a:cubicBezTo>
                      <a:pt x="560533" y="231585"/>
                      <a:pt x="563151" y="233173"/>
                      <a:pt x="565676" y="234948"/>
                    </a:cubicBezTo>
                    <a:cubicBezTo>
                      <a:pt x="567453" y="236162"/>
                      <a:pt x="569698" y="236442"/>
                      <a:pt x="571568" y="235415"/>
                    </a:cubicBezTo>
                    <a:lnTo>
                      <a:pt x="580546" y="230838"/>
                    </a:lnTo>
                    <a:cubicBezTo>
                      <a:pt x="582884" y="229717"/>
                      <a:pt x="585596" y="230184"/>
                      <a:pt x="587092" y="232333"/>
                    </a:cubicBezTo>
                    <a:lnTo>
                      <a:pt x="591207" y="237843"/>
                    </a:lnTo>
                    <a:lnTo>
                      <a:pt x="595322" y="243260"/>
                    </a:lnTo>
                    <a:cubicBezTo>
                      <a:pt x="596818" y="245315"/>
                      <a:pt x="596725" y="248117"/>
                      <a:pt x="594948" y="249985"/>
                    </a:cubicBezTo>
                    <a:lnTo>
                      <a:pt x="587841" y="257457"/>
                    </a:lnTo>
                    <a:cubicBezTo>
                      <a:pt x="586344" y="258951"/>
                      <a:pt x="585970" y="261193"/>
                      <a:pt x="586625" y="263248"/>
                    </a:cubicBezTo>
                    <a:cubicBezTo>
                      <a:pt x="587466" y="266050"/>
                      <a:pt x="588215" y="268945"/>
                      <a:pt x="588776" y="271934"/>
                    </a:cubicBezTo>
                    <a:cubicBezTo>
                      <a:pt x="589150" y="274082"/>
                      <a:pt x="590646" y="275763"/>
                      <a:pt x="592610" y="276417"/>
                    </a:cubicBezTo>
                    <a:lnTo>
                      <a:pt x="602242" y="279499"/>
                    </a:lnTo>
                    <a:cubicBezTo>
                      <a:pt x="604674" y="280433"/>
                      <a:pt x="606170" y="282768"/>
                      <a:pt x="605703" y="285103"/>
                    </a:cubicBezTo>
                    <a:lnTo>
                      <a:pt x="604674" y="291828"/>
                    </a:lnTo>
                    <a:lnTo>
                      <a:pt x="603739" y="298553"/>
                    </a:lnTo>
                    <a:cubicBezTo>
                      <a:pt x="603365" y="301074"/>
                      <a:pt x="601214" y="302942"/>
                      <a:pt x="598689" y="303036"/>
                    </a:cubicBezTo>
                    <a:lnTo>
                      <a:pt x="588402" y="303316"/>
                    </a:lnTo>
                    <a:cubicBezTo>
                      <a:pt x="586344" y="303316"/>
                      <a:pt x="584474" y="304530"/>
                      <a:pt x="583539" y="306398"/>
                    </a:cubicBezTo>
                    <a:cubicBezTo>
                      <a:pt x="582136" y="309013"/>
                      <a:pt x="580640" y="311535"/>
                      <a:pt x="579050" y="313870"/>
                    </a:cubicBezTo>
                    <a:cubicBezTo>
                      <a:pt x="577740" y="315645"/>
                      <a:pt x="577553" y="317886"/>
                      <a:pt x="578489" y="319754"/>
                    </a:cubicBezTo>
                    <a:lnTo>
                      <a:pt x="583258" y="328814"/>
                    </a:lnTo>
                    <a:cubicBezTo>
                      <a:pt x="584380" y="331242"/>
                      <a:pt x="583913" y="333951"/>
                      <a:pt x="581762" y="335445"/>
                    </a:cubicBezTo>
                    <a:lnTo>
                      <a:pt x="576244" y="339555"/>
                    </a:lnTo>
                    <a:lnTo>
                      <a:pt x="570820" y="343665"/>
                    </a:lnTo>
                    <a:cubicBezTo>
                      <a:pt x="568763" y="345159"/>
                      <a:pt x="565957" y="345066"/>
                      <a:pt x="564087" y="343291"/>
                    </a:cubicBezTo>
                    <a:lnTo>
                      <a:pt x="556699" y="336193"/>
                    </a:lnTo>
                    <a:cubicBezTo>
                      <a:pt x="555202" y="334698"/>
                      <a:pt x="552958" y="334325"/>
                      <a:pt x="550994" y="334978"/>
                    </a:cubicBezTo>
                    <a:cubicBezTo>
                      <a:pt x="548095" y="335912"/>
                      <a:pt x="545102" y="336660"/>
                      <a:pt x="542110" y="337220"/>
                    </a:cubicBezTo>
                    <a:cubicBezTo>
                      <a:pt x="539959" y="337407"/>
                      <a:pt x="538275" y="338901"/>
                      <a:pt x="537621" y="340956"/>
                    </a:cubicBezTo>
                    <a:lnTo>
                      <a:pt x="534535" y="350669"/>
                    </a:lnTo>
                    <a:cubicBezTo>
                      <a:pt x="533599" y="353098"/>
                      <a:pt x="531261" y="354592"/>
                      <a:pt x="528736" y="354219"/>
                    </a:cubicBezTo>
                    <a:lnTo>
                      <a:pt x="522003" y="353285"/>
                    </a:lnTo>
                    <a:lnTo>
                      <a:pt x="515270" y="352257"/>
                    </a:lnTo>
                    <a:cubicBezTo>
                      <a:pt x="512838" y="351884"/>
                      <a:pt x="510968" y="349735"/>
                      <a:pt x="510781" y="347307"/>
                    </a:cubicBezTo>
                    <a:lnTo>
                      <a:pt x="510594" y="337033"/>
                    </a:lnTo>
                    <a:cubicBezTo>
                      <a:pt x="510594" y="334978"/>
                      <a:pt x="509285" y="333110"/>
                      <a:pt x="507414" y="332176"/>
                    </a:cubicBezTo>
                    <a:cubicBezTo>
                      <a:pt x="504702" y="330962"/>
                      <a:pt x="502084" y="329374"/>
                      <a:pt x="499559" y="327600"/>
                    </a:cubicBezTo>
                    <a:cubicBezTo>
                      <a:pt x="497875" y="326386"/>
                      <a:pt x="495631" y="326105"/>
                      <a:pt x="493760" y="327133"/>
                    </a:cubicBezTo>
                    <a:lnTo>
                      <a:pt x="484595" y="331803"/>
                    </a:lnTo>
                    <a:cubicBezTo>
                      <a:pt x="482257" y="332924"/>
                      <a:pt x="479545" y="332457"/>
                      <a:pt x="478049" y="330308"/>
                    </a:cubicBezTo>
                    <a:lnTo>
                      <a:pt x="473934" y="324891"/>
                    </a:lnTo>
                    <a:lnTo>
                      <a:pt x="469819" y="319381"/>
                    </a:lnTo>
                    <a:cubicBezTo>
                      <a:pt x="468417" y="317419"/>
                      <a:pt x="468510" y="314617"/>
                      <a:pt x="470287" y="312749"/>
                    </a:cubicBezTo>
                    <a:lnTo>
                      <a:pt x="477395" y="305464"/>
                    </a:lnTo>
                    <a:cubicBezTo>
                      <a:pt x="478891" y="303970"/>
                      <a:pt x="479265" y="301728"/>
                      <a:pt x="478610" y="299673"/>
                    </a:cubicBezTo>
                    <a:cubicBezTo>
                      <a:pt x="477675" y="296872"/>
                      <a:pt x="476927" y="293883"/>
                      <a:pt x="476366" y="290894"/>
                    </a:cubicBezTo>
                    <a:cubicBezTo>
                      <a:pt x="476179" y="288746"/>
                      <a:pt x="474682" y="286971"/>
                      <a:pt x="472625" y="286411"/>
                    </a:cubicBezTo>
                    <a:lnTo>
                      <a:pt x="462899" y="283235"/>
                    </a:lnTo>
                    <a:cubicBezTo>
                      <a:pt x="460468" y="282395"/>
                      <a:pt x="458971" y="280060"/>
                      <a:pt x="459345" y="277538"/>
                    </a:cubicBezTo>
                    <a:lnTo>
                      <a:pt x="460281" y="270813"/>
                    </a:lnTo>
                    <a:lnTo>
                      <a:pt x="461309" y="264088"/>
                    </a:lnTo>
                    <a:cubicBezTo>
                      <a:pt x="461683" y="261567"/>
                      <a:pt x="463834" y="259699"/>
                      <a:pt x="466266" y="259605"/>
                    </a:cubicBezTo>
                    <a:lnTo>
                      <a:pt x="476553" y="259325"/>
                    </a:lnTo>
                    <a:cubicBezTo>
                      <a:pt x="478610" y="259232"/>
                      <a:pt x="480668" y="258017"/>
                      <a:pt x="481509" y="256149"/>
                    </a:cubicBezTo>
                    <a:cubicBezTo>
                      <a:pt x="482912" y="253347"/>
                      <a:pt x="484502" y="250732"/>
                      <a:pt x="486372" y="248117"/>
                    </a:cubicBezTo>
                    <a:cubicBezTo>
                      <a:pt x="487588" y="246529"/>
                      <a:pt x="487869" y="244194"/>
                      <a:pt x="486840" y="242326"/>
                    </a:cubicBezTo>
                    <a:lnTo>
                      <a:pt x="482257" y="233360"/>
                    </a:lnTo>
                    <a:cubicBezTo>
                      <a:pt x="481135" y="230932"/>
                      <a:pt x="481603" y="228223"/>
                      <a:pt x="483754" y="226729"/>
                    </a:cubicBezTo>
                    <a:lnTo>
                      <a:pt x="489271" y="222619"/>
                    </a:lnTo>
                    <a:lnTo>
                      <a:pt x="494696" y="218510"/>
                    </a:lnTo>
                    <a:cubicBezTo>
                      <a:pt x="496753" y="217015"/>
                      <a:pt x="499559" y="217109"/>
                      <a:pt x="501429" y="218883"/>
                    </a:cubicBezTo>
                    <a:lnTo>
                      <a:pt x="508910" y="225981"/>
                    </a:lnTo>
                    <a:cubicBezTo>
                      <a:pt x="510407" y="227476"/>
                      <a:pt x="512651" y="227849"/>
                      <a:pt x="514709" y="227196"/>
                    </a:cubicBezTo>
                    <a:cubicBezTo>
                      <a:pt x="517514" y="226355"/>
                      <a:pt x="520413" y="225608"/>
                      <a:pt x="523406" y="225141"/>
                    </a:cubicBezTo>
                    <a:cubicBezTo>
                      <a:pt x="525557" y="224767"/>
                      <a:pt x="527240" y="223273"/>
                      <a:pt x="527895" y="221218"/>
                    </a:cubicBezTo>
                    <a:lnTo>
                      <a:pt x="530887" y="211691"/>
                    </a:lnTo>
                    <a:cubicBezTo>
                      <a:pt x="531729" y="209170"/>
                      <a:pt x="534161" y="207675"/>
                      <a:pt x="536592" y="208049"/>
                    </a:cubicBezTo>
                    <a:close/>
                    <a:moveTo>
                      <a:pt x="168383" y="99654"/>
                    </a:moveTo>
                    <a:cubicBezTo>
                      <a:pt x="139940" y="101326"/>
                      <a:pt x="113902" y="119571"/>
                      <a:pt x="103803" y="148007"/>
                    </a:cubicBezTo>
                    <a:cubicBezTo>
                      <a:pt x="90337" y="186015"/>
                      <a:pt x="110162" y="227759"/>
                      <a:pt x="148222" y="241207"/>
                    </a:cubicBezTo>
                    <a:cubicBezTo>
                      <a:pt x="186281" y="254655"/>
                      <a:pt x="227988" y="234857"/>
                      <a:pt x="241640" y="196848"/>
                    </a:cubicBezTo>
                    <a:cubicBezTo>
                      <a:pt x="255106" y="158840"/>
                      <a:pt x="235282" y="117190"/>
                      <a:pt x="197128" y="103742"/>
                    </a:cubicBezTo>
                    <a:cubicBezTo>
                      <a:pt x="187613" y="100380"/>
                      <a:pt x="177865" y="99096"/>
                      <a:pt x="168383" y="99654"/>
                    </a:cubicBezTo>
                    <a:close/>
                    <a:moveTo>
                      <a:pt x="220039" y="831"/>
                    </a:moveTo>
                    <a:lnTo>
                      <a:pt x="235656" y="6621"/>
                    </a:lnTo>
                    <a:lnTo>
                      <a:pt x="251179" y="12317"/>
                    </a:lnTo>
                    <a:cubicBezTo>
                      <a:pt x="256976" y="14465"/>
                      <a:pt x="260436" y="20535"/>
                      <a:pt x="259314" y="26606"/>
                    </a:cubicBezTo>
                    <a:lnTo>
                      <a:pt x="254545" y="51446"/>
                    </a:lnTo>
                    <a:cubicBezTo>
                      <a:pt x="253610" y="56489"/>
                      <a:pt x="255574" y="61532"/>
                      <a:pt x="259595" y="64707"/>
                    </a:cubicBezTo>
                    <a:cubicBezTo>
                      <a:pt x="265299" y="69376"/>
                      <a:pt x="270629" y="74419"/>
                      <a:pt x="275492" y="79836"/>
                    </a:cubicBezTo>
                    <a:cubicBezTo>
                      <a:pt x="279045" y="83664"/>
                      <a:pt x="284376" y="85252"/>
                      <a:pt x="289332" y="83945"/>
                    </a:cubicBezTo>
                    <a:lnTo>
                      <a:pt x="313084" y="77314"/>
                    </a:lnTo>
                    <a:cubicBezTo>
                      <a:pt x="319162" y="75820"/>
                      <a:pt x="325427" y="78715"/>
                      <a:pt x="327859" y="84318"/>
                    </a:cubicBezTo>
                    <a:lnTo>
                      <a:pt x="334779" y="99260"/>
                    </a:lnTo>
                    <a:lnTo>
                      <a:pt x="341605" y="114202"/>
                    </a:lnTo>
                    <a:cubicBezTo>
                      <a:pt x="344130" y="119805"/>
                      <a:pt x="342260" y="126342"/>
                      <a:pt x="337116" y="129890"/>
                    </a:cubicBezTo>
                    <a:lnTo>
                      <a:pt x="316170" y="144085"/>
                    </a:lnTo>
                    <a:cubicBezTo>
                      <a:pt x="311962" y="146887"/>
                      <a:pt x="309717" y="151743"/>
                      <a:pt x="310278" y="156879"/>
                    </a:cubicBezTo>
                    <a:cubicBezTo>
                      <a:pt x="311027" y="164070"/>
                      <a:pt x="311307" y="171447"/>
                      <a:pt x="310933" y="178918"/>
                    </a:cubicBezTo>
                    <a:cubicBezTo>
                      <a:pt x="310652" y="184054"/>
                      <a:pt x="313177" y="188910"/>
                      <a:pt x="317666" y="191525"/>
                    </a:cubicBezTo>
                    <a:lnTo>
                      <a:pt x="338987" y="203852"/>
                    </a:lnTo>
                    <a:cubicBezTo>
                      <a:pt x="344504" y="206934"/>
                      <a:pt x="346842" y="213378"/>
                      <a:pt x="344597" y="219261"/>
                    </a:cubicBezTo>
                    <a:lnTo>
                      <a:pt x="338893" y="234857"/>
                    </a:lnTo>
                    <a:lnTo>
                      <a:pt x="333095" y="250359"/>
                    </a:lnTo>
                    <a:cubicBezTo>
                      <a:pt x="331038" y="256149"/>
                      <a:pt x="324866" y="259604"/>
                      <a:pt x="318788" y="258483"/>
                    </a:cubicBezTo>
                    <a:lnTo>
                      <a:pt x="294007" y="253721"/>
                    </a:lnTo>
                    <a:cubicBezTo>
                      <a:pt x="288864" y="252787"/>
                      <a:pt x="283908" y="254748"/>
                      <a:pt x="280635" y="258764"/>
                    </a:cubicBezTo>
                    <a:cubicBezTo>
                      <a:pt x="276053" y="264554"/>
                      <a:pt x="270910" y="269970"/>
                      <a:pt x="265580" y="274826"/>
                    </a:cubicBezTo>
                    <a:cubicBezTo>
                      <a:pt x="261652" y="278281"/>
                      <a:pt x="260062" y="283511"/>
                      <a:pt x="261465" y="288460"/>
                    </a:cubicBezTo>
                    <a:lnTo>
                      <a:pt x="267824" y="312274"/>
                    </a:lnTo>
                    <a:cubicBezTo>
                      <a:pt x="269414" y="318250"/>
                      <a:pt x="266421" y="324507"/>
                      <a:pt x="261091" y="326749"/>
                    </a:cubicBezTo>
                    <a:lnTo>
                      <a:pt x="246129" y="333566"/>
                    </a:lnTo>
                    <a:lnTo>
                      <a:pt x="231167" y="340383"/>
                    </a:lnTo>
                    <a:cubicBezTo>
                      <a:pt x="225556" y="342998"/>
                      <a:pt x="218917" y="341130"/>
                      <a:pt x="215457" y="336087"/>
                    </a:cubicBezTo>
                    <a:lnTo>
                      <a:pt x="201243" y="315169"/>
                    </a:lnTo>
                    <a:cubicBezTo>
                      <a:pt x="198344" y="310873"/>
                      <a:pt x="193388" y="308632"/>
                      <a:pt x="188245" y="309285"/>
                    </a:cubicBezTo>
                    <a:cubicBezTo>
                      <a:pt x="181231" y="310032"/>
                      <a:pt x="174311" y="310313"/>
                      <a:pt x="167205" y="310032"/>
                    </a:cubicBezTo>
                    <a:cubicBezTo>
                      <a:pt x="162061" y="309939"/>
                      <a:pt x="157199" y="312367"/>
                      <a:pt x="154580" y="316850"/>
                    </a:cubicBezTo>
                    <a:lnTo>
                      <a:pt x="142143" y="338422"/>
                    </a:lnTo>
                    <a:cubicBezTo>
                      <a:pt x="138964" y="343932"/>
                      <a:pt x="132511" y="346266"/>
                      <a:pt x="126620" y="344025"/>
                    </a:cubicBezTo>
                    <a:lnTo>
                      <a:pt x="111097" y="338328"/>
                    </a:lnTo>
                    <a:lnTo>
                      <a:pt x="95481" y="332538"/>
                    </a:lnTo>
                    <a:cubicBezTo>
                      <a:pt x="89776" y="330484"/>
                      <a:pt x="86223" y="324321"/>
                      <a:pt x="87345" y="318250"/>
                    </a:cubicBezTo>
                    <a:lnTo>
                      <a:pt x="92114" y="293877"/>
                    </a:lnTo>
                    <a:cubicBezTo>
                      <a:pt x="93143" y="288834"/>
                      <a:pt x="91085" y="283604"/>
                      <a:pt x="87158" y="280523"/>
                    </a:cubicBezTo>
                    <a:cubicBezTo>
                      <a:pt x="81267" y="275947"/>
                      <a:pt x="75936" y="270904"/>
                      <a:pt x="70887" y="265487"/>
                    </a:cubicBezTo>
                    <a:cubicBezTo>
                      <a:pt x="67520" y="261565"/>
                      <a:pt x="62284" y="259978"/>
                      <a:pt x="57328" y="261378"/>
                    </a:cubicBezTo>
                    <a:lnTo>
                      <a:pt x="33108" y="267822"/>
                    </a:lnTo>
                    <a:cubicBezTo>
                      <a:pt x="27030" y="269316"/>
                      <a:pt x="20764" y="266421"/>
                      <a:pt x="18333" y="260818"/>
                    </a:cubicBezTo>
                    <a:lnTo>
                      <a:pt x="11413" y="245876"/>
                    </a:lnTo>
                    <a:lnTo>
                      <a:pt x="4587" y="230935"/>
                    </a:lnTo>
                    <a:cubicBezTo>
                      <a:pt x="1968" y="225331"/>
                      <a:pt x="3838" y="218794"/>
                      <a:pt x="8982" y="215246"/>
                    </a:cubicBezTo>
                    <a:lnTo>
                      <a:pt x="29648" y="201237"/>
                    </a:lnTo>
                    <a:cubicBezTo>
                      <a:pt x="33856" y="198342"/>
                      <a:pt x="36100" y="193393"/>
                      <a:pt x="35539" y="188257"/>
                    </a:cubicBezTo>
                    <a:cubicBezTo>
                      <a:pt x="34604" y="180879"/>
                      <a:pt x="34417" y="173595"/>
                      <a:pt x="34791" y="166124"/>
                    </a:cubicBezTo>
                    <a:cubicBezTo>
                      <a:pt x="34978" y="160988"/>
                      <a:pt x="32547" y="156225"/>
                      <a:pt x="28058" y="153610"/>
                    </a:cubicBezTo>
                    <a:lnTo>
                      <a:pt x="6457" y="141190"/>
                    </a:lnTo>
                    <a:cubicBezTo>
                      <a:pt x="940" y="138108"/>
                      <a:pt x="-1398" y="131571"/>
                      <a:pt x="846" y="125781"/>
                    </a:cubicBezTo>
                    <a:lnTo>
                      <a:pt x="6550" y="110186"/>
                    </a:lnTo>
                    <a:lnTo>
                      <a:pt x="12348" y="94591"/>
                    </a:lnTo>
                    <a:cubicBezTo>
                      <a:pt x="14686" y="89174"/>
                      <a:pt x="20671" y="85812"/>
                      <a:pt x="26655" y="86933"/>
                    </a:cubicBezTo>
                    <a:lnTo>
                      <a:pt x="51062" y="91602"/>
                    </a:lnTo>
                    <a:cubicBezTo>
                      <a:pt x="56112" y="92629"/>
                      <a:pt x="61349" y="90668"/>
                      <a:pt x="64434" y="86653"/>
                    </a:cubicBezTo>
                    <a:cubicBezTo>
                      <a:pt x="69017" y="80769"/>
                      <a:pt x="74066" y="75446"/>
                      <a:pt x="79490" y="70497"/>
                    </a:cubicBezTo>
                    <a:cubicBezTo>
                      <a:pt x="83417" y="67135"/>
                      <a:pt x="85007" y="61905"/>
                      <a:pt x="83604" y="56863"/>
                    </a:cubicBezTo>
                    <a:lnTo>
                      <a:pt x="77152" y="32769"/>
                    </a:lnTo>
                    <a:cubicBezTo>
                      <a:pt x="75656" y="26606"/>
                      <a:pt x="78555" y="20442"/>
                      <a:pt x="84166" y="17921"/>
                    </a:cubicBezTo>
                    <a:lnTo>
                      <a:pt x="99128" y="11103"/>
                    </a:lnTo>
                    <a:lnTo>
                      <a:pt x="114090" y="4193"/>
                    </a:lnTo>
                    <a:cubicBezTo>
                      <a:pt x="119700" y="1578"/>
                      <a:pt x="126246" y="3446"/>
                      <a:pt x="129800" y="8582"/>
                    </a:cubicBezTo>
                    <a:lnTo>
                      <a:pt x="143733" y="29220"/>
                    </a:lnTo>
                    <a:cubicBezTo>
                      <a:pt x="146632" y="33516"/>
                      <a:pt x="151681" y="35757"/>
                      <a:pt x="156825" y="35104"/>
                    </a:cubicBezTo>
                    <a:cubicBezTo>
                      <a:pt x="164306" y="34076"/>
                      <a:pt x="171880" y="33890"/>
                      <a:pt x="179642" y="34357"/>
                    </a:cubicBezTo>
                    <a:cubicBezTo>
                      <a:pt x="184785" y="34730"/>
                      <a:pt x="189741" y="32115"/>
                      <a:pt x="192359" y="27633"/>
                    </a:cubicBezTo>
                    <a:lnTo>
                      <a:pt x="204609" y="6434"/>
                    </a:lnTo>
                    <a:cubicBezTo>
                      <a:pt x="207695" y="1018"/>
                      <a:pt x="214148" y="-1410"/>
                      <a:pt x="220039" y="831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ask-complete_66276"/>
              <p:cNvSpPr/>
              <p:nvPr/>
            </p:nvSpPr>
            <p:spPr>
              <a:xfrm>
                <a:off x="8645041" y="2902976"/>
                <a:ext cx="584502" cy="609685"/>
              </a:xfrm>
              <a:custGeom>
                <a:avLst/>
                <a:gdLst>
                  <a:gd name="connsiteX0" fmla="*/ 538645 w 553582"/>
                  <a:gd name="connsiteY0" fmla="*/ 334589 h 577432"/>
                  <a:gd name="connsiteX1" fmla="*/ 548787 w 553582"/>
                  <a:gd name="connsiteY1" fmla="*/ 338849 h 577432"/>
                  <a:gd name="connsiteX2" fmla="*/ 550631 w 553582"/>
                  <a:gd name="connsiteY2" fmla="*/ 360036 h 577432"/>
                  <a:gd name="connsiteX3" fmla="*/ 395736 w 553582"/>
                  <a:gd name="connsiteY3" fmla="*/ 570984 h 577432"/>
                  <a:gd name="connsiteX4" fmla="*/ 382828 w 553582"/>
                  <a:gd name="connsiteY4" fmla="*/ 577432 h 577432"/>
                  <a:gd name="connsiteX5" fmla="*/ 369920 w 553582"/>
                  <a:gd name="connsiteY5" fmla="*/ 570063 h 577432"/>
                  <a:gd name="connsiteX6" fmla="*/ 265735 w 553582"/>
                  <a:gd name="connsiteY6" fmla="*/ 422675 h 577432"/>
                  <a:gd name="connsiteX7" fmla="*/ 266657 w 553582"/>
                  <a:gd name="connsiteY7" fmla="*/ 402410 h 577432"/>
                  <a:gd name="connsiteX8" fmla="*/ 286941 w 553582"/>
                  <a:gd name="connsiteY8" fmla="*/ 399646 h 577432"/>
                  <a:gd name="connsiteX9" fmla="*/ 382828 w 553582"/>
                  <a:gd name="connsiteY9" fmla="*/ 457680 h 577432"/>
                  <a:gd name="connsiteX10" fmla="*/ 528503 w 553582"/>
                  <a:gd name="connsiteY10" fmla="*/ 337928 h 577432"/>
                  <a:gd name="connsiteX11" fmla="*/ 538645 w 553582"/>
                  <a:gd name="connsiteY11" fmla="*/ 334589 h 577432"/>
                  <a:gd name="connsiteX12" fmla="*/ 134657 w 553582"/>
                  <a:gd name="connsiteY12" fmla="*/ 299294 h 577432"/>
                  <a:gd name="connsiteX13" fmla="*/ 323715 w 553582"/>
                  <a:gd name="connsiteY13" fmla="*/ 299294 h 577432"/>
                  <a:gd name="connsiteX14" fmla="*/ 355071 w 553582"/>
                  <a:gd name="connsiteY14" fmla="*/ 331488 h 577432"/>
                  <a:gd name="connsiteX15" fmla="*/ 323715 w 553582"/>
                  <a:gd name="connsiteY15" fmla="*/ 362763 h 577432"/>
                  <a:gd name="connsiteX16" fmla="*/ 134657 w 553582"/>
                  <a:gd name="connsiteY16" fmla="*/ 362763 h 577432"/>
                  <a:gd name="connsiteX17" fmla="*/ 102379 w 553582"/>
                  <a:gd name="connsiteY17" fmla="*/ 331488 h 577432"/>
                  <a:gd name="connsiteX18" fmla="*/ 134657 w 553582"/>
                  <a:gd name="connsiteY18" fmla="*/ 299294 h 577432"/>
                  <a:gd name="connsiteX19" fmla="*/ 134657 w 553582"/>
                  <a:gd name="connsiteY19" fmla="*/ 205349 h 577432"/>
                  <a:gd name="connsiteX20" fmla="*/ 323715 w 553582"/>
                  <a:gd name="connsiteY20" fmla="*/ 205349 h 577432"/>
                  <a:gd name="connsiteX21" fmla="*/ 355071 w 553582"/>
                  <a:gd name="connsiteY21" fmla="*/ 236640 h 577432"/>
                  <a:gd name="connsiteX22" fmla="*/ 323715 w 553582"/>
                  <a:gd name="connsiteY22" fmla="*/ 267930 h 577432"/>
                  <a:gd name="connsiteX23" fmla="*/ 134657 w 553582"/>
                  <a:gd name="connsiteY23" fmla="*/ 267930 h 577432"/>
                  <a:gd name="connsiteX24" fmla="*/ 102379 w 553582"/>
                  <a:gd name="connsiteY24" fmla="*/ 236640 h 577432"/>
                  <a:gd name="connsiteX25" fmla="*/ 134657 w 553582"/>
                  <a:gd name="connsiteY25" fmla="*/ 205349 h 577432"/>
                  <a:gd name="connsiteX26" fmla="*/ 134657 w 553582"/>
                  <a:gd name="connsiteY26" fmla="*/ 110515 h 577432"/>
                  <a:gd name="connsiteX27" fmla="*/ 323715 w 553582"/>
                  <a:gd name="connsiteY27" fmla="*/ 110515 h 577432"/>
                  <a:gd name="connsiteX28" fmla="*/ 355071 w 553582"/>
                  <a:gd name="connsiteY28" fmla="*/ 141806 h 577432"/>
                  <a:gd name="connsiteX29" fmla="*/ 323715 w 553582"/>
                  <a:gd name="connsiteY29" fmla="*/ 173096 h 577432"/>
                  <a:gd name="connsiteX30" fmla="*/ 134657 w 553582"/>
                  <a:gd name="connsiteY30" fmla="*/ 173096 h 577432"/>
                  <a:gd name="connsiteX31" fmla="*/ 102379 w 553582"/>
                  <a:gd name="connsiteY31" fmla="*/ 141806 h 577432"/>
                  <a:gd name="connsiteX32" fmla="*/ 134657 w 553582"/>
                  <a:gd name="connsiteY32" fmla="*/ 110515 h 577432"/>
                  <a:gd name="connsiteX33" fmla="*/ 31365 w 553582"/>
                  <a:gd name="connsiteY33" fmla="*/ 0 h 577432"/>
                  <a:gd name="connsiteX34" fmla="*/ 426197 w 553582"/>
                  <a:gd name="connsiteY34" fmla="*/ 0 h 577432"/>
                  <a:gd name="connsiteX35" fmla="*/ 458484 w 553582"/>
                  <a:gd name="connsiteY35" fmla="*/ 31313 h 577432"/>
                  <a:gd name="connsiteX36" fmla="*/ 458484 w 553582"/>
                  <a:gd name="connsiteY36" fmla="*/ 355496 h 577432"/>
                  <a:gd name="connsiteX37" fmla="*/ 394831 w 553582"/>
                  <a:gd name="connsiteY37" fmla="*/ 407071 h 577432"/>
                  <a:gd name="connsiteX38" fmla="*/ 394831 w 553582"/>
                  <a:gd name="connsiteY38" fmla="*/ 62626 h 577432"/>
                  <a:gd name="connsiteX39" fmla="*/ 63653 w 553582"/>
                  <a:gd name="connsiteY39" fmla="*/ 62626 h 577432"/>
                  <a:gd name="connsiteX40" fmla="*/ 63653 w 553582"/>
                  <a:gd name="connsiteY40" fmla="*/ 473381 h 577432"/>
                  <a:gd name="connsiteX41" fmla="*/ 262914 w 553582"/>
                  <a:gd name="connsiteY41" fmla="*/ 473381 h 577432"/>
                  <a:gd name="connsiteX42" fmla="*/ 307194 w 553582"/>
                  <a:gd name="connsiteY42" fmla="*/ 536007 h 577432"/>
                  <a:gd name="connsiteX43" fmla="*/ 31365 w 553582"/>
                  <a:gd name="connsiteY43" fmla="*/ 536007 h 577432"/>
                  <a:gd name="connsiteX44" fmla="*/ 0 w 553582"/>
                  <a:gd name="connsiteY44" fmla="*/ 504694 h 577432"/>
                  <a:gd name="connsiteX45" fmla="*/ 0 w 553582"/>
                  <a:gd name="connsiteY45" fmla="*/ 31313 h 577432"/>
                  <a:gd name="connsiteX46" fmla="*/ 31365 w 553582"/>
                  <a:gd name="connsiteY46" fmla="*/ 0 h 57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553582" h="577432">
                    <a:moveTo>
                      <a:pt x="538645" y="334589"/>
                    </a:moveTo>
                    <a:cubicBezTo>
                      <a:pt x="542333" y="334704"/>
                      <a:pt x="546021" y="336086"/>
                      <a:pt x="548787" y="338849"/>
                    </a:cubicBezTo>
                    <a:cubicBezTo>
                      <a:pt x="554319" y="344376"/>
                      <a:pt x="555241" y="353588"/>
                      <a:pt x="550631" y="360036"/>
                    </a:cubicBezTo>
                    <a:lnTo>
                      <a:pt x="395736" y="570984"/>
                    </a:lnTo>
                    <a:cubicBezTo>
                      <a:pt x="392970" y="574668"/>
                      <a:pt x="388360" y="577432"/>
                      <a:pt x="382828" y="577432"/>
                    </a:cubicBezTo>
                    <a:cubicBezTo>
                      <a:pt x="378218" y="577432"/>
                      <a:pt x="373608" y="574668"/>
                      <a:pt x="369920" y="570063"/>
                    </a:cubicBezTo>
                    <a:lnTo>
                      <a:pt x="265735" y="422675"/>
                    </a:lnTo>
                    <a:cubicBezTo>
                      <a:pt x="261125" y="416227"/>
                      <a:pt x="262047" y="407937"/>
                      <a:pt x="266657" y="402410"/>
                    </a:cubicBezTo>
                    <a:cubicBezTo>
                      <a:pt x="272189" y="396883"/>
                      <a:pt x="280487" y="395962"/>
                      <a:pt x="286941" y="399646"/>
                    </a:cubicBezTo>
                    <a:lnTo>
                      <a:pt x="382828" y="457680"/>
                    </a:lnTo>
                    <a:lnTo>
                      <a:pt x="528503" y="337928"/>
                    </a:lnTo>
                    <a:cubicBezTo>
                      <a:pt x="531269" y="335625"/>
                      <a:pt x="534957" y="334474"/>
                      <a:pt x="538645" y="334589"/>
                    </a:cubicBezTo>
                    <a:close/>
                    <a:moveTo>
                      <a:pt x="134657" y="299294"/>
                    </a:moveTo>
                    <a:lnTo>
                      <a:pt x="323715" y="299294"/>
                    </a:lnTo>
                    <a:cubicBezTo>
                      <a:pt x="341238" y="299294"/>
                      <a:pt x="355071" y="314011"/>
                      <a:pt x="355071" y="331488"/>
                    </a:cubicBezTo>
                    <a:cubicBezTo>
                      <a:pt x="355071" y="348046"/>
                      <a:pt x="341238" y="362763"/>
                      <a:pt x="323715" y="362763"/>
                    </a:cubicBezTo>
                    <a:lnTo>
                      <a:pt x="134657" y="362763"/>
                    </a:lnTo>
                    <a:cubicBezTo>
                      <a:pt x="117135" y="362763"/>
                      <a:pt x="102379" y="348046"/>
                      <a:pt x="102379" y="331488"/>
                    </a:cubicBezTo>
                    <a:cubicBezTo>
                      <a:pt x="102379" y="314011"/>
                      <a:pt x="117135" y="299294"/>
                      <a:pt x="134657" y="299294"/>
                    </a:cubicBezTo>
                    <a:close/>
                    <a:moveTo>
                      <a:pt x="134657" y="205349"/>
                    </a:moveTo>
                    <a:lnTo>
                      <a:pt x="323715" y="205349"/>
                    </a:lnTo>
                    <a:cubicBezTo>
                      <a:pt x="341238" y="205349"/>
                      <a:pt x="355071" y="219154"/>
                      <a:pt x="355071" y="236640"/>
                    </a:cubicBezTo>
                    <a:cubicBezTo>
                      <a:pt x="355071" y="254125"/>
                      <a:pt x="341238" y="267930"/>
                      <a:pt x="323715" y="267930"/>
                    </a:cubicBezTo>
                    <a:lnTo>
                      <a:pt x="134657" y="267930"/>
                    </a:lnTo>
                    <a:cubicBezTo>
                      <a:pt x="117135" y="267930"/>
                      <a:pt x="102379" y="254125"/>
                      <a:pt x="102379" y="236640"/>
                    </a:cubicBezTo>
                    <a:cubicBezTo>
                      <a:pt x="102379" y="219154"/>
                      <a:pt x="117135" y="205349"/>
                      <a:pt x="134657" y="205349"/>
                    </a:cubicBezTo>
                    <a:close/>
                    <a:moveTo>
                      <a:pt x="134657" y="110515"/>
                    </a:moveTo>
                    <a:lnTo>
                      <a:pt x="323715" y="110515"/>
                    </a:lnTo>
                    <a:cubicBezTo>
                      <a:pt x="341238" y="110515"/>
                      <a:pt x="355071" y="124320"/>
                      <a:pt x="355071" y="141806"/>
                    </a:cubicBezTo>
                    <a:cubicBezTo>
                      <a:pt x="355071" y="159291"/>
                      <a:pt x="341238" y="173096"/>
                      <a:pt x="323715" y="173096"/>
                    </a:cubicBezTo>
                    <a:lnTo>
                      <a:pt x="134657" y="173096"/>
                    </a:lnTo>
                    <a:cubicBezTo>
                      <a:pt x="117135" y="173096"/>
                      <a:pt x="102379" y="159291"/>
                      <a:pt x="102379" y="141806"/>
                    </a:cubicBezTo>
                    <a:cubicBezTo>
                      <a:pt x="102379" y="124320"/>
                      <a:pt x="117135" y="110515"/>
                      <a:pt x="134657" y="110515"/>
                    </a:cubicBezTo>
                    <a:close/>
                    <a:moveTo>
                      <a:pt x="31365" y="0"/>
                    </a:moveTo>
                    <a:lnTo>
                      <a:pt x="426197" y="0"/>
                    </a:lnTo>
                    <a:cubicBezTo>
                      <a:pt x="443724" y="0"/>
                      <a:pt x="458484" y="13815"/>
                      <a:pt x="458484" y="31313"/>
                    </a:cubicBezTo>
                    <a:lnTo>
                      <a:pt x="458484" y="355496"/>
                    </a:lnTo>
                    <a:lnTo>
                      <a:pt x="394831" y="407071"/>
                    </a:lnTo>
                    <a:lnTo>
                      <a:pt x="394831" y="62626"/>
                    </a:lnTo>
                    <a:lnTo>
                      <a:pt x="63653" y="62626"/>
                    </a:lnTo>
                    <a:lnTo>
                      <a:pt x="63653" y="473381"/>
                    </a:lnTo>
                    <a:lnTo>
                      <a:pt x="262914" y="473381"/>
                    </a:lnTo>
                    <a:lnTo>
                      <a:pt x="307194" y="536007"/>
                    </a:lnTo>
                    <a:lnTo>
                      <a:pt x="31365" y="536007"/>
                    </a:lnTo>
                    <a:cubicBezTo>
                      <a:pt x="13837" y="536007"/>
                      <a:pt x="0" y="522192"/>
                      <a:pt x="0" y="504694"/>
                    </a:cubicBezTo>
                    <a:lnTo>
                      <a:pt x="0" y="31313"/>
                    </a:lnTo>
                    <a:cubicBezTo>
                      <a:pt x="0" y="13815"/>
                      <a:pt x="13837" y="0"/>
                      <a:pt x="31365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iconfont-11573-5485624"/>
              <p:cNvSpPr/>
              <p:nvPr/>
            </p:nvSpPr>
            <p:spPr>
              <a:xfrm>
                <a:off x="10370611" y="3907637"/>
                <a:ext cx="609541" cy="609685"/>
              </a:xfrm>
              <a:custGeom>
                <a:avLst/>
                <a:gdLst>
                  <a:gd name="T0" fmla="*/ 0 w 8800"/>
                  <a:gd name="T1" fmla="*/ 3600 h 8800"/>
                  <a:gd name="T2" fmla="*/ 400 w 8800"/>
                  <a:gd name="T3" fmla="*/ 0 h 8800"/>
                  <a:gd name="T4" fmla="*/ 4000 w 8800"/>
                  <a:gd name="T5" fmla="*/ 400 h 8800"/>
                  <a:gd name="T6" fmla="*/ 3600 w 8800"/>
                  <a:gd name="T7" fmla="*/ 4000 h 8800"/>
                  <a:gd name="T8" fmla="*/ 800 w 8800"/>
                  <a:gd name="T9" fmla="*/ 3200 h 8800"/>
                  <a:gd name="T10" fmla="*/ 3200 w 8800"/>
                  <a:gd name="T11" fmla="*/ 800 h 8800"/>
                  <a:gd name="T12" fmla="*/ 800 w 8800"/>
                  <a:gd name="T13" fmla="*/ 3200 h 8800"/>
                  <a:gd name="T14" fmla="*/ 4800 w 8800"/>
                  <a:gd name="T15" fmla="*/ 3600 h 8800"/>
                  <a:gd name="T16" fmla="*/ 5200 w 8800"/>
                  <a:gd name="T17" fmla="*/ 0 h 8800"/>
                  <a:gd name="T18" fmla="*/ 8800 w 8800"/>
                  <a:gd name="T19" fmla="*/ 400 h 8800"/>
                  <a:gd name="T20" fmla="*/ 8400 w 8800"/>
                  <a:gd name="T21" fmla="*/ 4000 h 8800"/>
                  <a:gd name="T22" fmla="*/ 5600 w 8800"/>
                  <a:gd name="T23" fmla="*/ 3200 h 8800"/>
                  <a:gd name="T24" fmla="*/ 8000 w 8800"/>
                  <a:gd name="T25" fmla="*/ 800 h 8800"/>
                  <a:gd name="T26" fmla="*/ 5600 w 8800"/>
                  <a:gd name="T27" fmla="*/ 3200 h 8800"/>
                  <a:gd name="T28" fmla="*/ 0 w 8800"/>
                  <a:gd name="T29" fmla="*/ 8400 h 8800"/>
                  <a:gd name="T30" fmla="*/ 400 w 8800"/>
                  <a:gd name="T31" fmla="*/ 4800 h 8800"/>
                  <a:gd name="T32" fmla="*/ 4000 w 8800"/>
                  <a:gd name="T33" fmla="*/ 5200 h 8800"/>
                  <a:gd name="T34" fmla="*/ 3600 w 8800"/>
                  <a:gd name="T35" fmla="*/ 8800 h 8800"/>
                  <a:gd name="T36" fmla="*/ 800 w 8800"/>
                  <a:gd name="T37" fmla="*/ 8000 h 8800"/>
                  <a:gd name="T38" fmla="*/ 3200 w 8800"/>
                  <a:gd name="T39" fmla="*/ 5600 h 8800"/>
                  <a:gd name="T40" fmla="*/ 800 w 8800"/>
                  <a:gd name="T41" fmla="*/ 8000 h 8800"/>
                  <a:gd name="T42" fmla="*/ 8000 w 8800"/>
                  <a:gd name="T43" fmla="*/ 6800 h 8800"/>
                  <a:gd name="T44" fmla="*/ 8800 w 8800"/>
                  <a:gd name="T45" fmla="*/ 6800 h 8800"/>
                  <a:gd name="T46" fmla="*/ 8400 w 8800"/>
                  <a:gd name="T47" fmla="*/ 8800 h 8800"/>
                  <a:gd name="T48" fmla="*/ 6000 w 8800"/>
                  <a:gd name="T49" fmla="*/ 8400 h 8800"/>
                  <a:gd name="T50" fmla="*/ 8000 w 8800"/>
                  <a:gd name="T51" fmla="*/ 8000 h 8800"/>
                  <a:gd name="T52" fmla="*/ 4800 w 8800"/>
                  <a:gd name="T53" fmla="*/ 5200 h 8800"/>
                  <a:gd name="T54" fmla="*/ 8000 w 8800"/>
                  <a:gd name="T55" fmla="*/ 4800 h 8800"/>
                  <a:gd name="T56" fmla="*/ 8000 w 8800"/>
                  <a:gd name="T57" fmla="*/ 5600 h 8800"/>
                  <a:gd name="T58" fmla="*/ 6400 w 8800"/>
                  <a:gd name="T59" fmla="*/ 7200 h 8800"/>
                  <a:gd name="T60" fmla="*/ 6400 w 8800"/>
                  <a:gd name="T61" fmla="*/ 6400 h 8800"/>
                  <a:gd name="T62" fmla="*/ 7600 w 8800"/>
                  <a:gd name="T63" fmla="*/ 6800 h 8800"/>
                  <a:gd name="T64" fmla="*/ 6400 w 8800"/>
                  <a:gd name="T65" fmla="*/ 7200 h 8800"/>
                  <a:gd name="T66" fmla="*/ 5200 w 8800"/>
                  <a:gd name="T67" fmla="*/ 7200 h 8800"/>
                  <a:gd name="T68" fmla="*/ 5600 w 8800"/>
                  <a:gd name="T69" fmla="*/ 8400 h 8800"/>
                  <a:gd name="T70" fmla="*/ 4800 w 8800"/>
                  <a:gd name="T71" fmla="*/ 8400 h 8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800" h="8800">
                    <a:moveTo>
                      <a:pt x="400" y="4000"/>
                    </a:moveTo>
                    <a:cubicBezTo>
                      <a:pt x="179" y="4000"/>
                      <a:pt x="0" y="3821"/>
                      <a:pt x="0" y="3600"/>
                    </a:cubicBezTo>
                    <a:lnTo>
                      <a:pt x="0" y="400"/>
                    </a:lnTo>
                    <a:cubicBezTo>
                      <a:pt x="0" y="179"/>
                      <a:pt x="179" y="0"/>
                      <a:pt x="400" y="0"/>
                    </a:cubicBezTo>
                    <a:lnTo>
                      <a:pt x="3600" y="0"/>
                    </a:lnTo>
                    <a:cubicBezTo>
                      <a:pt x="3821" y="0"/>
                      <a:pt x="4000" y="179"/>
                      <a:pt x="4000" y="400"/>
                    </a:cubicBezTo>
                    <a:lnTo>
                      <a:pt x="4000" y="3600"/>
                    </a:lnTo>
                    <a:cubicBezTo>
                      <a:pt x="4000" y="3821"/>
                      <a:pt x="3821" y="4000"/>
                      <a:pt x="3600" y="4000"/>
                    </a:cubicBezTo>
                    <a:lnTo>
                      <a:pt x="400" y="4000"/>
                    </a:lnTo>
                    <a:close/>
                    <a:moveTo>
                      <a:pt x="800" y="3200"/>
                    </a:moveTo>
                    <a:lnTo>
                      <a:pt x="3200" y="3200"/>
                    </a:lnTo>
                    <a:lnTo>
                      <a:pt x="3200" y="800"/>
                    </a:lnTo>
                    <a:lnTo>
                      <a:pt x="800" y="800"/>
                    </a:lnTo>
                    <a:lnTo>
                      <a:pt x="800" y="3200"/>
                    </a:lnTo>
                    <a:close/>
                    <a:moveTo>
                      <a:pt x="5200" y="4000"/>
                    </a:moveTo>
                    <a:cubicBezTo>
                      <a:pt x="4979" y="4000"/>
                      <a:pt x="4800" y="3821"/>
                      <a:pt x="4800" y="3600"/>
                    </a:cubicBezTo>
                    <a:lnTo>
                      <a:pt x="4800" y="400"/>
                    </a:lnTo>
                    <a:cubicBezTo>
                      <a:pt x="4800" y="179"/>
                      <a:pt x="4979" y="0"/>
                      <a:pt x="5200" y="0"/>
                    </a:cubicBezTo>
                    <a:lnTo>
                      <a:pt x="8400" y="0"/>
                    </a:lnTo>
                    <a:cubicBezTo>
                      <a:pt x="8621" y="0"/>
                      <a:pt x="8800" y="179"/>
                      <a:pt x="8800" y="400"/>
                    </a:cubicBezTo>
                    <a:lnTo>
                      <a:pt x="8800" y="3600"/>
                    </a:lnTo>
                    <a:cubicBezTo>
                      <a:pt x="8800" y="3821"/>
                      <a:pt x="8621" y="4000"/>
                      <a:pt x="8400" y="4000"/>
                    </a:cubicBezTo>
                    <a:lnTo>
                      <a:pt x="5200" y="4000"/>
                    </a:lnTo>
                    <a:close/>
                    <a:moveTo>
                      <a:pt x="5600" y="3200"/>
                    </a:moveTo>
                    <a:lnTo>
                      <a:pt x="8000" y="3200"/>
                    </a:lnTo>
                    <a:lnTo>
                      <a:pt x="8000" y="800"/>
                    </a:lnTo>
                    <a:lnTo>
                      <a:pt x="5600" y="800"/>
                    </a:lnTo>
                    <a:lnTo>
                      <a:pt x="5600" y="3200"/>
                    </a:lnTo>
                    <a:close/>
                    <a:moveTo>
                      <a:pt x="400" y="8800"/>
                    </a:moveTo>
                    <a:cubicBezTo>
                      <a:pt x="179" y="8800"/>
                      <a:pt x="0" y="8621"/>
                      <a:pt x="0" y="8400"/>
                    </a:cubicBezTo>
                    <a:lnTo>
                      <a:pt x="0" y="5200"/>
                    </a:lnTo>
                    <a:cubicBezTo>
                      <a:pt x="0" y="4979"/>
                      <a:pt x="179" y="4800"/>
                      <a:pt x="400" y="4800"/>
                    </a:cubicBezTo>
                    <a:lnTo>
                      <a:pt x="3600" y="4800"/>
                    </a:lnTo>
                    <a:cubicBezTo>
                      <a:pt x="3821" y="4800"/>
                      <a:pt x="4000" y="4979"/>
                      <a:pt x="4000" y="5200"/>
                    </a:cubicBezTo>
                    <a:lnTo>
                      <a:pt x="4000" y="8400"/>
                    </a:lnTo>
                    <a:cubicBezTo>
                      <a:pt x="4000" y="8621"/>
                      <a:pt x="3821" y="8800"/>
                      <a:pt x="3600" y="8800"/>
                    </a:cubicBezTo>
                    <a:lnTo>
                      <a:pt x="400" y="8800"/>
                    </a:lnTo>
                    <a:close/>
                    <a:moveTo>
                      <a:pt x="800" y="8000"/>
                    </a:moveTo>
                    <a:lnTo>
                      <a:pt x="3200" y="8000"/>
                    </a:lnTo>
                    <a:lnTo>
                      <a:pt x="3200" y="5600"/>
                    </a:lnTo>
                    <a:lnTo>
                      <a:pt x="800" y="5600"/>
                    </a:lnTo>
                    <a:lnTo>
                      <a:pt x="800" y="8000"/>
                    </a:lnTo>
                    <a:close/>
                    <a:moveTo>
                      <a:pt x="8000" y="8000"/>
                    </a:moveTo>
                    <a:lnTo>
                      <a:pt x="8000" y="6800"/>
                    </a:lnTo>
                    <a:cubicBezTo>
                      <a:pt x="8000" y="6579"/>
                      <a:pt x="8179" y="6400"/>
                      <a:pt x="8400" y="6400"/>
                    </a:cubicBezTo>
                    <a:cubicBezTo>
                      <a:pt x="8621" y="6400"/>
                      <a:pt x="8800" y="6579"/>
                      <a:pt x="8800" y="6800"/>
                    </a:cubicBezTo>
                    <a:lnTo>
                      <a:pt x="8800" y="8400"/>
                    </a:lnTo>
                    <a:cubicBezTo>
                      <a:pt x="8800" y="8621"/>
                      <a:pt x="8621" y="8800"/>
                      <a:pt x="8400" y="8800"/>
                    </a:cubicBezTo>
                    <a:lnTo>
                      <a:pt x="6400" y="8800"/>
                    </a:lnTo>
                    <a:cubicBezTo>
                      <a:pt x="6179" y="8800"/>
                      <a:pt x="6000" y="8621"/>
                      <a:pt x="6000" y="8400"/>
                    </a:cubicBezTo>
                    <a:cubicBezTo>
                      <a:pt x="6000" y="8179"/>
                      <a:pt x="6179" y="8000"/>
                      <a:pt x="6400" y="8000"/>
                    </a:cubicBezTo>
                    <a:lnTo>
                      <a:pt x="8000" y="8000"/>
                    </a:lnTo>
                    <a:close/>
                    <a:moveTo>
                      <a:pt x="5200" y="5600"/>
                    </a:moveTo>
                    <a:cubicBezTo>
                      <a:pt x="4979" y="5600"/>
                      <a:pt x="4800" y="5421"/>
                      <a:pt x="4800" y="5200"/>
                    </a:cubicBezTo>
                    <a:cubicBezTo>
                      <a:pt x="4800" y="4979"/>
                      <a:pt x="4979" y="4800"/>
                      <a:pt x="5200" y="4800"/>
                    </a:cubicBezTo>
                    <a:lnTo>
                      <a:pt x="8000" y="4800"/>
                    </a:lnTo>
                    <a:cubicBezTo>
                      <a:pt x="8221" y="4800"/>
                      <a:pt x="8400" y="4979"/>
                      <a:pt x="8400" y="5200"/>
                    </a:cubicBezTo>
                    <a:cubicBezTo>
                      <a:pt x="8400" y="5421"/>
                      <a:pt x="8221" y="5600"/>
                      <a:pt x="8000" y="5600"/>
                    </a:cubicBezTo>
                    <a:lnTo>
                      <a:pt x="5200" y="5600"/>
                    </a:lnTo>
                    <a:close/>
                    <a:moveTo>
                      <a:pt x="6400" y="7200"/>
                    </a:moveTo>
                    <a:cubicBezTo>
                      <a:pt x="6179" y="7200"/>
                      <a:pt x="6000" y="7021"/>
                      <a:pt x="6000" y="6800"/>
                    </a:cubicBezTo>
                    <a:cubicBezTo>
                      <a:pt x="6000" y="6579"/>
                      <a:pt x="6179" y="6400"/>
                      <a:pt x="6400" y="6400"/>
                    </a:cubicBezTo>
                    <a:lnTo>
                      <a:pt x="7200" y="6400"/>
                    </a:lnTo>
                    <a:cubicBezTo>
                      <a:pt x="7421" y="6400"/>
                      <a:pt x="7600" y="6579"/>
                      <a:pt x="7600" y="6800"/>
                    </a:cubicBezTo>
                    <a:cubicBezTo>
                      <a:pt x="7600" y="7021"/>
                      <a:pt x="7421" y="7200"/>
                      <a:pt x="7200" y="7200"/>
                    </a:cubicBezTo>
                    <a:lnTo>
                      <a:pt x="6400" y="7200"/>
                    </a:lnTo>
                    <a:close/>
                    <a:moveTo>
                      <a:pt x="4800" y="7600"/>
                    </a:moveTo>
                    <a:cubicBezTo>
                      <a:pt x="4800" y="7379"/>
                      <a:pt x="4979" y="7200"/>
                      <a:pt x="5200" y="7200"/>
                    </a:cubicBezTo>
                    <a:cubicBezTo>
                      <a:pt x="5421" y="7200"/>
                      <a:pt x="5600" y="7379"/>
                      <a:pt x="5600" y="7600"/>
                    </a:cubicBezTo>
                    <a:lnTo>
                      <a:pt x="5600" y="8400"/>
                    </a:lnTo>
                    <a:cubicBezTo>
                      <a:pt x="5600" y="8621"/>
                      <a:pt x="5421" y="8800"/>
                      <a:pt x="5200" y="8800"/>
                    </a:cubicBezTo>
                    <a:cubicBezTo>
                      <a:pt x="4979" y="8800"/>
                      <a:pt x="4800" y="8621"/>
                      <a:pt x="4800" y="8400"/>
                    </a:cubicBezTo>
                    <a:lnTo>
                      <a:pt x="4800" y="7600"/>
                    </a:ln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855639" y="3821875"/>
              <a:ext cx="1847516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范围确认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资料核验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成果对照</a:t>
              </a:r>
              <a:endParaRPr lang="en-US" altLang="zh-CN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766989" y="4729963"/>
              <a:ext cx="1847516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业务流程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界面交互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异常处理</a:t>
              </a:r>
              <a:endParaRPr lang="zh-CN" altLang="en-US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614505" y="3817116"/>
              <a:ext cx="1847516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并发承载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响应时间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资源占用</a:t>
              </a:r>
              <a:endParaRPr lang="en-US" altLang="zh-CN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386980" y="4699038"/>
              <a:ext cx="1744638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漏洞扫描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配置核查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风险识别</a:t>
              </a:r>
              <a:endParaRPr lang="en-US" altLang="zh-CN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152123" y="3780566"/>
              <a:ext cx="1847516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高危缺陷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安全编码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后门排查</a:t>
              </a:r>
              <a:endParaRPr lang="en-US" altLang="zh-CN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987960" y="4673855"/>
              <a:ext cx="2311990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温湿度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噪声照明</a:t>
              </a:r>
            </a:p>
            <a:p>
              <a:r>
                <a:rPr lang="zh-CN" altLang="en-US" sz="150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接地净高</a:t>
              </a:r>
              <a:endParaRPr lang="en-US" altLang="zh-CN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574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测试流程与交付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38150" y="1244600"/>
            <a:ext cx="11417300" cy="900112"/>
          </a:xfrm>
          <a:prstGeom prst="roundRect">
            <a:avLst>
              <a:gd name="adj" fmla="val 1314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四阶段   三交付   一闭环</a:t>
            </a:r>
            <a:endParaRPr lang="en-US" altLang="zh-CN" sz="28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438150" y="6131225"/>
            <a:ext cx="11417300" cy="479125"/>
          </a:xfrm>
          <a:prstGeom prst="roundRect">
            <a:avLst>
              <a:gd name="adj" fmla="val 1314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全过程检测交付闭环</a:t>
            </a:r>
            <a:endParaRPr lang="zh-CN" altLang="en-US" sz="2000" b="1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38150" y="2170508"/>
            <a:ext cx="10389422" cy="3744952"/>
            <a:chOff x="438150" y="2170508"/>
            <a:chExt cx="10202246" cy="3744952"/>
          </a:xfrm>
        </p:grpSpPr>
        <p:sp>
          <p:nvSpPr>
            <p:cNvPr id="32" name="矩形: 圆角 31"/>
            <p:cNvSpPr/>
            <p:nvPr/>
          </p:nvSpPr>
          <p:spPr>
            <a:xfrm>
              <a:off x="2021111" y="2851337"/>
              <a:ext cx="7201161" cy="413157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执行依据：项目文件、国家标准、行业规范、合同与验收要求</a:t>
              </a:r>
              <a:endParaRPr lang="zh-CN" altLang="en-US" sz="16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38150" y="2339179"/>
              <a:ext cx="1323975" cy="3566553"/>
              <a:chOff x="438150" y="2339180"/>
              <a:chExt cx="1536700" cy="290830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38150" y="2339180"/>
                <a:ext cx="1536700" cy="62230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需求确认</a:t>
                </a:r>
                <a:endParaRPr lang="zh-CN" altLang="en-US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38150" y="3101180"/>
                <a:ext cx="1536700" cy="62230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方法确认</a:t>
                </a:r>
                <a:endParaRPr lang="zh-CN" altLang="en-US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38150" y="3863180"/>
                <a:ext cx="1536700" cy="62230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执行控制</a:t>
                </a:r>
                <a:endParaRPr lang="zh-CN" altLang="en-US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438150" y="4625180"/>
                <a:ext cx="1536700" cy="62230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问题闭环</a:t>
                </a:r>
                <a:endParaRPr lang="zh-CN" altLang="en-US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459819" y="2360477"/>
              <a:ext cx="1180577" cy="3545119"/>
              <a:chOff x="9264650" y="2419350"/>
              <a:chExt cx="1822450" cy="2146300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9264650" y="2419350"/>
                <a:ext cx="1822450" cy="62230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记录留痕</a:t>
                </a:r>
                <a:endParaRPr lang="zh-CN" altLang="en-US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264650" y="3181350"/>
                <a:ext cx="1822450" cy="62230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报告审核</a:t>
                </a:r>
                <a:endParaRPr lang="zh-CN" altLang="en-US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9264650" y="3943350"/>
                <a:ext cx="1822450" cy="62230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结果交付</a:t>
                </a:r>
                <a:endParaRPr lang="zh-CN" altLang="en-US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sp>
          <p:nvSpPr>
            <p:cNvPr id="16" name="矩形: 棱台 15"/>
            <p:cNvSpPr/>
            <p:nvPr/>
          </p:nvSpPr>
          <p:spPr>
            <a:xfrm>
              <a:off x="2135542" y="2396330"/>
              <a:ext cx="1536700" cy="381000"/>
            </a:xfrm>
            <a:prstGeom prst="bevel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准备阶段</a:t>
              </a:r>
              <a:endPara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7" name="矩形: 棱台 16"/>
            <p:cNvSpPr/>
            <p:nvPr/>
          </p:nvSpPr>
          <p:spPr>
            <a:xfrm>
              <a:off x="4739042" y="2396330"/>
              <a:ext cx="1536700" cy="381000"/>
            </a:xfrm>
            <a:prstGeom prst="bevel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实施阶段</a:t>
              </a:r>
              <a:endPara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矩形: 棱台 17"/>
            <p:cNvSpPr/>
            <p:nvPr/>
          </p:nvSpPr>
          <p:spPr>
            <a:xfrm>
              <a:off x="7539392" y="2396330"/>
              <a:ext cx="1536700" cy="381000"/>
            </a:xfrm>
            <a:prstGeom prst="bevel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复核交付</a:t>
              </a:r>
              <a:endPara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" name="左大括号 18"/>
            <p:cNvSpPr/>
            <p:nvPr/>
          </p:nvSpPr>
          <p:spPr>
            <a:xfrm rot="5400000">
              <a:off x="5447068" y="-521893"/>
              <a:ext cx="196850" cy="5581652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141892" y="3324844"/>
              <a:ext cx="6609080" cy="2089231"/>
              <a:chOff x="2609850" y="3297949"/>
              <a:chExt cx="6609080" cy="1860791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2609850" y="3322264"/>
                <a:ext cx="364490" cy="1836476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资料接收</a:t>
                </a:r>
                <a:endParaRPr lang="zh-CN" altLang="en-US" sz="14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169920" y="3322264"/>
                <a:ext cx="364490" cy="1836476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依据确认</a:t>
                </a:r>
                <a:endParaRPr lang="zh-CN" altLang="en-US" sz="14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729990" y="3322264"/>
                <a:ext cx="364490" cy="1836476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计划安排</a:t>
                </a:r>
                <a:endParaRPr lang="zh-CN" altLang="en-US" sz="14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4922521" y="3412330"/>
                <a:ext cx="2181860" cy="33807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5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功能 </a:t>
                </a:r>
                <a:r>
                  <a:rPr lang="en-US" altLang="zh-CN" sz="15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/ </a:t>
                </a:r>
                <a:r>
                  <a:rPr lang="zh-CN" altLang="en-US" sz="15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性能测试</a:t>
                </a:r>
                <a:endParaRPr lang="zh-CN" altLang="en-US" sz="15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4922521" y="3857903"/>
                <a:ext cx="2181860" cy="33807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5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安全专项检测</a:t>
                </a:r>
                <a:endParaRPr lang="zh-CN" altLang="en-US" sz="15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4922521" y="4298896"/>
                <a:ext cx="2181860" cy="33807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5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环境与场地检测</a:t>
                </a:r>
                <a:endParaRPr lang="zh-CN" altLang="en-US" sz="15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4922521" y="4739690"/>
                <a:ext cx="2181860" cy="33807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5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结果分析复核</a:t>
                </a:r>
                <a:endParaRPr lang="zh-CN" altLang="en-US" sz="15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8294370" y="3297949"/>
                <a:ext cx="364490" cy="1836476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报告编制</a:t>
                </a:r>
                <a:endParaRPr lang="zh-CN" altLang="en-US" sz="14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8854440" y="3297949"/>
                <a:ext cx="364490" cy="1836476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整改复测</a:t>
                </a:r>
                <a:endParaRPr lang="zh-CN" altLang="en-US" sz="1400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948217" y="5481199"/>
              <a:ext cx="7286624" cy="434261"/>
              <a:chOff x="2583815" y="5297632"/>
              <a:chExt cx="6808470" cy="340607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2583815" y="5302250"/>
                <a:ext cx="1782753" cy="332978"/>
              </a:xfrm>
              <a:prstGeom prst="rect">
                <a:avLst/>
              </a:prstGeom>
              <a:solidFill>
                <a:srgbClr val="29ABFC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测试方案</a:t>
                </a:r>
                <a:endParaRPr lang="zh-CN" altLang="en-US" sz="1600" b="1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4613250" y="5305261"/>
                <a:ext cx="1813917" cy="332978"/>
              </a:xfrm>
              <a:prstGeom prst="rect">
                <a:avLst/>
              </a:prstGeom>
              <a:solidFill>
                <a:srgbClr val="29ABFC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原始记录</a:t>
                </a:r>
                <a:endParaRPr lang="zh-CN" altLang="en-US" sz="1600" b="1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6673850" y="5297632"/>
                <a:ext cx="1250881" cy="332978"/>
              </a:xfrm>
              <a:prstGeom prst="rect">
                <a:avLst/>
              </a:prstGeom>
              <a:solidFill>
                <a:srgbClr val="29ABFC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问题清单</a:t>
                </a:r>
                <a:endParaRPr lang="zh-CN" altLang="en-US" sz="1600" b="1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8141404" y="5302250"/>
                <a:ext cx="1250881" cy="332978"/>
              </a:xfrm>
              <a:prstGeom prst="rect">
                <a:avLst/>
              </a:prstGeom>
              <a:solidFill>
                <a:srgbClr val="29ABFC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solidFill>
                      <a:srgbClr val="00206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检测报告</a:t>
                </a:r>
                <a:endParaRPr lang="zh-CN" altLang="en-US" sz="1600" b="1" dirty="0">
                  <a:solidFill>
                    <a:srgbClr val="00206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</p:grpSp>
      <p:sp>
        <p:nvSpPr>
          <p:cNvPr id="24" name="矩形 23"/>
          <p:cNvSpPr/>
          <p:nvPr/>
        </p:nvSpPr>
        <p:spPr>
          <a:xfrm>
            <a:off x="10956664" y="2375224"/>
            <a:ext cx="849854" cy="353037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 果 交 付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649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人员与质量保障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2C28C6D-05B7-9640-3F01-0FC66893B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02" r="24902"/>
          <a:stretch>
            <a:fillRect/>
          </a:stretch>
        </p:blipFill>
        <p:spPr>
          <a:xfrm>
            <a:off x="609600" y="1397000"/>
            <a:ext cx="4318000" cy="4826000"/>
          </a:xfrm>
          <a:prstGeom prst="roundRect">
            <a:avLst>
              <a:gd name="adj" fmla="val 294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2" name="AutoShape 4">
            <a:extLst>
              <a:ext uri="{FF2B5EF4-FFF2-40B4-BE49-F238E27FC236}">
                <a16:creationId xmlns:a16="http://schemas.microsoft.com/office/drawing/2014/main" id="{812C3DFE-AB11-D692-9367-7549C3F8DE8E}"/>
              </a:ext>
            </a:extLst>
          </p:cNvPr>
          <p:cNvSpPr/>
          <p:nvPr/>
        </p:nvSpPr>
        <p:spPr>
          <a:xfrm>
            <a:off x="5308600" y="1397000"/>
            <a:ext cx="6273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336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专业团队支撑与质量保障</a:t>
            </a:r>
            <a:endParaRPr lang="en-US" sz="2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5D3603F-36DF-37C8-A8B7-343852946F96}"/>
              </a:ext>
            </a:extLst>
          </p:cNvPr>
          <p:cNvGrpSpPr/>
          <p:nvPr/>
        </p:nvGrpSpPr>
        <p:grpSpPr>
          <a:xfrm>
            <a:off x="5308600" y="1905000"/>
            <a:ext cx="6273800" cy="3511550"/>
            <a:chOff x="5308600" y="1905000"/>
            <a:chExt cx="6273800" cy="3511550"/>
          </a:xfrm>
        </p:grpSpPr>
        <p:sp>
          <p:nvSpPr>
            <p:cNvPr id="23" name="AutoShape 5">
              <a:extLst>
                <a:ext uri="{FF2B5EF4-FFF2-40B4-BE49-F238E27FC236}">
                  <a16:creationId xmlns:a16="http://schemas.microsoft.com/office/drawing/2014/main" id="{89F8E4C1-1274-B1A2-657A-7012B9C0B459}"/>
                </a:ext>
              </a:extLst>
            </p:cNvPr>
            <p:cNvSpPr/>
            <p:nvPr/>
          </p:nvSpPr>
          <p:spPr>
            <a:xfrm>
              <a:off x="5308600" y="1905000"/>
              <a:ext cx="3048000" cy="1079500"/>
            </a:xfrm>
            <a:prstGeom prst="roundRect">
              <a:avLst>
                <a:gd name="adj" fmla="val 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>
              <a:noFill/>
              <a:prstDash val="solid"/>
              <a:round/>
            </a:ln>
            <a:effectLst>
              <a:outerShdw blurRad="635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latin typeface="+mj-ea"/>
                <a:ea typeface="+mj-ea"/>
              </a:endParaRPr>
            </a:p>
          </p:txBody>
        </p:sp>
        <p:pic>
          <p:nvPicPr>
            <p:cNvPr id="24" name="Picture 6">
              <a:extLst>
                <a:ext uri="{FF2B5EF4-FFF2-40B4-BE49-F238E27FC236}">
                  <a16:creationId xmlns:a16="http://schemas.microsoft.com/office/drawing/2014/main" id="{8516D9BD-F41A-73B0-E065-D017FA35A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61000" y="2057400"/>
              <a:ext cx="304800" cy="304800"/>
            </a:xfrm>
            <a:prstGeom prst="rect">
              <a:avLst/>
            </a:prstGeom>
          </p:spPr>
        </p:pic>
        <p:sp>
          <p:nvSpPr>
            <p:cNvPr id="25" name="AutoShape 7">
              <a:extLst>
                <a:ext uri="{FF2B5EF4-FFF2-40B4-BE49-F238E27FC236}">
                  <a16:creationId xmlns:a16="http://schemas.microsoft.com/office/drawing/2014/main" id="{AA94F6FA-FEF1-1A6C-242F-7AA291F65926}"/>
                </a:ext>
              </a:extLst>
            </p:cNvPr>
            <p:cNvSpPr/>
            <p:nvPr/>
          </p:nvSpPr>
          <p:spPr>
            <a:xfrm>
              <a:off x="5842000" y="2032000"/>
              <a:ext cx="2286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b="1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人员保障</a:t>
              </a:r>
              <a:endParaRPr 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DBD3BB8D-FBF1-8B5B-1DE1-B212F659A3D5}"/>
                </a:ext>
              </a:extLst>
            </p:cNvPr>
            <p:cNvSpPr/>
            <p:nvPr/>
          </p:nvSpPr>
          <p:spPr>
            <a:xfrm>
              <a:off x="5841999" y="2438400"/>
              <a:ext cx="2397125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5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由工程师与测试人员协同实施，保障沟通、执行与复核衔接顺畅。</a:t>
              </a:r>
              <a:endParaRPr lang="en-US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" name="AutoShape 9">
              <a:extLst>
                <a:ext uri="{FF2B5EF4-FFF2-40B4-BE49-F238E27FC236}">
                  <a16:creationId xmlns:a16="http://schemas.microsoft.com/office/drawing/2014/main" id="{0BA8A947-4CDF-96C4-FD68-09951C5FEFD8}"/>
                </a:ext>
              </a:extLst>
            </p:cNvPr>
            <p:cNvSpPr/>
            <p:nvPr/>
          </p:nvSpPr>
          <p:spPr>
            <a:xfrm>
              <a:off x="8534400" y="1905000"/>
              <a:ext cx="3048000" cy="1079500"/>
            </a:xfrm>
            <a:prstGeom prst="roundRect">
              <a:avLst>
                <a:gd name="adj" fmla="val 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>
              <a:noFill/>
              <a:prstDash val="solid"/>
              <a:round/>
            </a:ln>
            <a:effectLst>
              <a:outerShdw blurRad="635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latin typeface="+mj-ea"/>
                <a:ea typeface="+mj-ea"/>
              </a:endParaRPr>
            </a:p>
          </p:txBody>
        </p:sp>
        <p:pic>
          <p:nvPicPr>
            <p:cNvPr id="32" name="Picture 10">
              <a:extLst>
                <a:ext uri="{FF2B5EF4-FFF2-40B4-BE49-F238E27FC236}">
                  <a16:creationId xmlns:a16="http://schemas.microsoft.com/office/drawing/2014/main" id="{9A823C4A-EBE1-B103-F877-EFBB22B58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86800" y="2057400"/>
              <a:ext cx="304800" cy="304800"/>
            </a:xfrm>
            <a:prstGeom prst="rect">
              <a:avLst/>
            </a:prstGeom>
          </p:spPr>
        </p:pic>
        <p:sp>
          <p:nvSpPr>
            <p:cNvPr id="33" name="AutoShape 11">
              <a:extLst>
                <a:ext uri="{FF2B5EF4-FFF2-40B4-BE49-F238E27FC236}">
                  <a16:creationId xmlns:a16="http://schemas.microsoft.com/office/drawing/2014/main" id="{A3A4E514-E58E-391A-73A8-0BE3D107FB74}"/>
                </a:ext>
              </a:extLst>
            </p:cNvPr>
            <p:cNvSpPr/>
            <p:nvPr/>
          </p:nvSpPr>
          <p:spPr>
            <a:xfrm>
              <a:off x="9067800" y="2032000"/>
              <a:ext cx="2286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b="1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设备工具</a:t>
              </a:r>
              <a:endParaRPr 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AutoShape 12">
              <a:extLst>
                <a:ext uri="{FF2B5EF4-FFF2-40B4-BE49-F238E27FC236}">
                  <a16:creationId xmlns:a16="http://schemas.microsoft.com/office/drawing/2014/main" id="{76AC0F6E-26DF-01B6-CC8E-0ECE7675E255}"/>
                </a:ext>
              </a:extLst>
            </p:cNvPr>
            <p:cNvSpPr/>
            <p:nvPr/>
          </p:nvSpPr>
          <p:spPr>
            <a:xfrm>
              <a:off x="9067800" y="2362200"/>
              <a:ext cx="2286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5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可配置性能测试、漏洞扫描、代码审计及环境检测工具体系。</a:t>
              </a:r>
              <a:endParaRPr lang="en-US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AutoShape 13">
              <a:extLst>
                <a:ext uri="{FF2B5EF4-FFF2-40B4-BE49-F238E27FC236}">
                  <a16:creationId xmlns:a16="http://schemas.microsoft.com/office/drawing/2014/main" id="{AB42EC8E-693D-3D4E-3862-9782B204419A}"/>
                </a:ext>
              </a:extLst>
            </p:cNvPr>
            <p:cNvSpPr/>
            <p:nvPr/>
          </p:nvSpPr>
          <p:spPr>
            <a:xfrm>
              <a:off x="5308600" y="3111500"/>
              <a:ext cx="3048000" cy="1079500"/>
            </a:xfrm>
            <a:prstGeom prst="roundRect">
              <a:avLst>
                <a:gd name="adj" fmla="val 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>
              <a:noFill/>
              <a:prstDash val="solid"/>
              <a:round/>
            </a:ln>
            <a:effectLst>
              <a:outerShdw blurRad="635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latin typeface="+mj-ea"/>
                <a:ea typeface="+mj-ea"/>
              </a:endParaRPr>
            </a:p>
          </p:txBody>
        </p:sp>
        <p:pic>
          <p:nvPicPr>
            <p:cNvPr id="36" name="Picture 14">
              <a:extLst>
                <a:ext uri="{FF2B5EF4-FFF2-40B4-BE49-F238E27FC236}">
                  <a16:creationId xmlns:a16="http://schemas.microsoft.com/office/drawing/2014/main" id="{595154E7-8AFE-702E-8871-091730175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61000" y="3263900"/>
              <a:ext cx="304800" cy="304800"/>
            </a:xfrm>
            <a:prstGeom prst="rect">
              <a:avLst/>
            </a:prstGeom>
          </p:spPr>
        </p:pic>
        <p:sp>
          <p:nvSpPr>
            <p:cNvPr id="37" name="AutoShape 15">
              <a:extLst>
                <a:ext uri="{FF2B5EF4-FFF2-40B4-BE49-F238E27FC236}">
                  <a16:creationId xmlns:a16="http://schemas.microsoft.com/office/drawing/2014/main" id="{345E97B3-2B32-60ED-35B2-70737C90E6E4}"/>
                </a:ext>
              </a:extLst>
            </p:cNvPr>
            <p:cNvSpPr/>
            <p:nvPr/>
          </p:nvSpPr>
          <p:spPr>
            <a:xfrm>
              <a:off x="5842000" y="3238500"/>
              <a:ext cx="2286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b="1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标准先行</a:t>
              </a:r>
              <a:endParaRPr 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AutoShape 16">
              <a:extLst>
                <a:ext uri="{FF2B5EF4-FFF2-40B4-BE49-F238E27FC236}">
                  <a16:creationId xmlns:a16="http://schemas.microsoft.com/office/drawing/2014/main" id="{850D55FA-001B-EBFA-329D-F502D5383D6A}"/>
                </a:ext>
              </a:extLst>
            </p:cNvPr>
            <p:cNvSpPr/>
            <p:nvPr/>
          </p:nvSpPr>
          <p:spPr>
            <a:xfrm>
              <a:off x="5842000" y="3644900"/>
              <a:ext cx="24638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5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检测前明确依据文件、测试范围、判定口径与交付要求。</a:t>
              </a:r>
              <a:endParaRPr lang="en-US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9" name="AutoShape 17">
              <a:extLst>
                <a:ext uri="{FF2B5EF4-FFF2-40B4-BE49-F238E27FC236}">
                  <a16:creationId xmlns:a16="http://schemas.microsoft.com/office/drawing/2014/main" id="{E97BD151-2A9B-D3E7-92AC-C9FB0D5281CC}"/>
                </a:ext>
              </a:extLst>
            </p:cNvPr>
            <p:cNvSpPr/>
            <p:nvPr/>
          </p:nvSpPr>
          <p:spPr>
            <a:xfrm>
              <a:off x="8534400" y="3111500"/>
              <a:ext cx="3048000" cy="1079500"/>
            </a:xfrm>
            <a:prstGeom prst="roundRect">
              <a:avLst>
                <a:gd name="adj" fmla="val 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>
              <a:noFill/>
              <a:prstDash val="solid"/>
              <a:round/>
            </a:ln>
            <a:effectLst>
              <a:outerShdw blurRad="635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latin typeface="+mj-ea"/>
                <a:ea typeface="+mj-ea"/>
              </a:endParaRPr>
            </a:p>
          </p:txBody>
        </p:sp>
        <p:pic>
          <p:nvPicPr>
            <p:cNvPr id="40" name="Picture 18">
              <a:extLst>
                <a:ext uri="{FF2B5EF4-FFF2-40B4-BE49-F238E27FC236}">
                  <a16:creationId xmlns:a16="http://schemas.microsoft.com/office/drawing/2014/main" id="{36493E5B-68CB-F564-63E1-C916DD6D4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86800" y="3263900"/>
              <a:ext cx="304800" cy="304800"/>
            </a:xfrm>
            <a:prstGeom prst="rect">
              <a:avLst/>
            </a:prstGeom>
          </p:spPr>
        </p:pic>
        <p:sp>
          <p:nvSpPr>
            <p:cNvPr id="41" name="AutoShape 19">
              <a:extLst>
                <a:ext uri="{FF2B5EF4-FFF2-40B4-BE49-F238E27FC236}">
                  <a16:creationId xmlns:a16="http://schemas.microsoft.com/office/drawing/2014/main" id="{62FBFE64-2839-EF5D-0364-3CECB1E35F42}"/>
                </a:ext>
              </a:extLst>
            </p:cNvPr>
            <p:cNvSpPr/>
            <p:nvPr/>
          </p:nvSpPr>
          <p:spPr>
            <a:xfrm>
              <a:off x="9067800" y="3238500"/>
              <a:ext cx="2286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b="1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过程留痕</a:t>
              </a:r>
              <a:endParaRPr 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2" name="AutoShape 20">
              <a:extLst>
                <a:ext uri="{FF2B5EF4-FFF2-40B4-BE49-F238E27FC236}">
                  <a16:creationId xmlns:a16="http://schemas.microsoft.com/office/drawing/2014/main" id="{87E7AA6E-A8A8-7181-1048-078DF33FC6DC}"/>
                </a:ext>
              </a:extLst>
            </p:cNvPr>
            <p:cNvSpPr/>
            <p:nvPr/>
          </p:nvSpPr>
          <p:spPr>
            <a:xfrm>
              <a:off x="9067800" y="3644900"/>
              <a:ext cx="24511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5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全过程记录测试过程、问题项、复核意见与结论依据。</a:t>
              </a:r>
              <a:endParaRPr lang="en-US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3" name="AutoShape 21">
              <a:extLst>
                <a:ext uri="{FF2B5EF4-FFF2-40B4-BE49-F238E27FC236}">
                  <a16:creationId xmlns:a16="http://schemas.microsoft.com/office/drawing/2014/main" id="{C84B3BAC-C93E-1062-877F-51A47291C75F}"/>
                </a:ext>
              </a:extLst>
            </p:cNvPr>
            <p:cNvSpPr/>
            <p:nvPr/>
          </p:nvSpPr>
          <p:spPr>
            <a:xfrm>
              <a:off x="5308600" y="4318000"/>
              <a:ext cx="3048000" cy="1079500"/>
            </a:xfrm>
            <a:prstGeom prst="roundRect">
              <a:avLst>
                <a:gd name="adj" fmla="val 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>
              <a:noFill/>
              <a:prstDash val="solid"/>
              <a:round/>
            </a:ln>
            <a:effectLst>
              <a:outerShdw blurRad="635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latin typeface="+mj-ea"/>
                <a:ea typeface="+mj-ea"/>
              </a:endParaRPr>
            </a:p>
          </p:txBody>
        </p:sp>
        <p:pic>
          <p:nvPicPr>
            <p:cNvPr id="44" name="Picture 22">
              <a:extLst>
                <a:ext uri="{FF2B5EF4-FFF2-40B4-BE49-F238E27FC236}">
                  <a16:creationId xmlns:a16="http://schemas.microsoft.com/office/drawing/2014/main" id="{1C6D03F1-154F-845E-73C4-0122550A2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61000" y="4470400"/>
              <a:ext cx="304800" cy="304800"/>
            </a:xfrm>
            <a:prstGeom prst="rect">
              <a:avLst/>
            </a:prstGeom>
          </p:spPr>
        </p:pic>
        <p:sp>
          <p:nvSpPr>
            <p:cNvPr id="45" name="AutoShape 23">
              <a:extLst>
                <a:ext uri="{FF2B5EF4-FFF2-40B4-BE49-F238E27FC236}">
                  <a16:creationId xmlns:a16="http://schemas.microsoft.com/office/drawing/2014/main" id="{41252B7F-CF71-81CA-6F38-05437F466DCB}"/>
                </a:ext>
              </a:extLst>
            </p:cNvPr>
            <p:cNvSpPr/>
            <p:nvPr/>
          </p:nvSpPr>
          <p:spPr>
            <a:xfrm>
              <a:off x="5842000" y="4445000"/>
              <a:ext cx="2286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b="1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复核机制</a:t>
              </a:r>
              <a:endParaRPr 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AutoShape 24">
              <a:extLst>
                <a:ext uri="{FF2B5EF4-FFF2-40B4-BE49-F238E27FC236}">
                  <a16:creationId xmlns:a16="http://schemas.microsoft.com/office/drawing/2014/main" id="{FAF27153-2516-015C-43A7-2F7AF106F702}"/>
                </a:ext>
              </a:extLst>
            </p:cNvPr>
            <p:cNvSpPr/>
            <p:nvPr/>
          </p:nvSpPr>
          <p:spPr>
            <a:xfrm>
              <a:off x="5842000" y="4899025"/>
              <a:ext cx="24638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5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检测结果经内部复核后形成正式输出，提升报告可信度。</a:t>
              </a:r>
              <a:endParaRPr lang="en-US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7" name="AutoShape 25">
              <a:extLst>
                <a:ext uri="{FF2B5EF4-FFF2-40B4-BE49-F238E27FC236}">
                  <a16:creationId xmlns:a16="http://schemas.microsoft.com/office/drawing/2014/main" id="{22C77C61-E30D-9C99-6BF8-73CD64542D9D}"/>
                </a:ext>
              </a:extLst>
            </p:cNvPr>
            <p:cNvSpPr/>
            <p:nvPr/>
          </p:nvSpPr>
          <p:spPr>
            <a:xfrm>
              <a:off x="8534400" y="4318000"/>
              <a:ext cx="3048000" cy="1079500"/>
            </a:xfrm>
            <a:prstGeom prst="roundRect">
              <a:avLst>
                <a:gd name="adj" fmla="val 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>
              <a:noFill/>
              <a:prstDash val="solid"/>
              <a:round/>
            </a:ln>
            <a:effectLst>
              <a:outerShdw blurRad="635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latin typeface="+mj-ea"/>
                <a:ea typeface="+mj-ea"/>
              </a:endParaRPr>
            </a:p>
          </p:txBody>
        </p:sp>
        <p:pic>
          <p:nvPicPr>
            <p:cNvPr id="48" name="Picture 26">
              <a:extLst>
                <a:ext uri="{FF2B5EF4-FFF2-40B4-BE49-F238E27FC236}">
                  <a16:creationId xmlns:a16="http://schemas.microsoft.com/office/drawing/2014/main" id="{21C8586B-44B3-F4D2-F6DD-A6F28B307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86800" y="4470400"/>
              <a:ext cx="304800" cy="304800"/>
            </a:xfrm>
            <a:prstGeom prst="rect">
              <a:avLst/>
            </a:prstGeom>
          </p:spPr>
        </p:pic>
        <p:sp>
          <p:nvSpPr>
            <p:cNvPr id="49" name="AutoShape 27">
              <a:extLst>
                <a:ext uri="{FF2B5EF4-FFF2-40B4-BE49-F238E27FC236}">
                  <a16:creationId xmlns:a16="http://schemas.microsoft.com/office/drawing/2014/main" id="{567A9928-5FDB-C6DA-8163-597FB0D3C585}"/>
                </a:ext>
              </a:extLst>
            </p:cNvPr>
            <p:cNvSpPr/>
            <p:nvPr/>
          </p:nvSpPr>
          <p:spPr>
            <a:xfrm>
              <a:off x="9067800" y="4445000"/>
              <a:ext cx="2286000" cy="304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b="1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响应效率</a:t>
              </a:r>
              <a:endParaRPr 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0" name="AutoShape 28">
              <a:extLst>
                <a:ext uri="{FF2B5EF4-FFF2-40B4-BE49-F238E27FC236}">
                  <a16:creationId xmlns:a16="http://schemas.microsoft.com/office/drawing/2014/main" id="{C335F63D-16CD-4278-10BE-22DDC5090D88}"/>
                </a:ext>
              </a:extLst>
            </p:cNvPr>
            <p:cNvSpPr/>
            <p:nvPr/>
          </p:nvSpPr>
          <p:spPr>
            <a:xfrm>
              <a:off x="9067800" y="4908550"/>
              <a:ext cx="25146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lnSpc>
                  <a:spcPct val="125000"/>
                </a:lnSpc>
                <a:defRPr/>
              </a:pPr>
              <a:r>
                <a:rPr lang="zh-CN" altLang="en-US" sz="1500" i="0" u="none" strike="noStrike">
                  <a:latin typeface="Microsoft YaHei UI" panose="020B0503020204020204" pitchFamily="34" charset="-122"/>
                  <a:ea typeface="Microsoft YaHei UI" panose="020B0503020204020204" pitchFamily="34" charset="-122"/>
                  <a:cs typeface="Noto Sans SC"/>
                  <a:sym typeface="Noto Sans SC"/>
                </a:rPr>
                <a:t>围绕项目节点安排实施与交付，支持验收、汇报与整改复测。</a:t>
              </a:r>
              <a:endParaRPr lang="en-US" sz="150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51" name="AutoShape 29">
            <a:extLst>
              <a:ext uri="{FF2B5EF4-FFF2-40B4-BE49-F238E27FC236}">
                <a16:creationId xmlns:a16="http://schemas.microsoft.com/office/drawing/2014/main" id="{DB2048D4-48A0-66F6-2E62-C3F130AFCBDD}"/>
              </a:ext>
            </a:extLst>
          </p:cNvPr>
          <p:cNvSpPr/>
          <p:nvPr/>
        </p:nvSpPr>
        <p:spPr>
          <a:xfrm>
            <a:off x="5308600" y="5524500"/>
            <a:ext cx="6273800" cy="698500"/>
          </a:xfrm>
          <a:prstGeom prst="roundRect">
            <a:avLst>
              <a:gd name="adj" fmla="val 9090"/>
            </a:avLst>
          </a:prstGeom>
          <a:solidFill>
            <a:srgbClr val="003366">
              <a:alpha val="5000"/>
            </a:srgbClr>
          </a:solidFill>
          <a:ln w="12700" cap="flat" cmpd="sng">
            <a:solidFill>
              <a:srgbClr val="00336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>
              <a:latin typeface="+mj-ea"/>
              <a:ea typeface="+mj-ea"/>
            </a:endParaRPr>
          </a:p>
        </p:txBody>
      </p:sp>
      <p:pic>
        <p:nvPicPr>
          <p:cNvPr id="52" name="Picture 30">
            <a:extLst>
              <a:ext uri="{FF2B5EF4-FFF2-40B4-BE49-F238E27FC236}">
                <a16:creationId xmlns:a16="http://schemas.microsoft.com/office/drawing/2014/main" id="{EFCDC813-5C8F-DAD3-FF55-C445895438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61000" y="5676900"/>
            <a:ext cx="304800" cy="304800"/>
          </a:xfrm>
          <a:prstGeom prst="rect">
            <a:avLst/>
          </a:prstGeom>
        </p:spPr>
      </p:pic>
      <p:sp>
        <p:nvSpPr>
          <p:cNvPr id="53" name="AutoShape 31">
            <a:extLst>
              <a:ext uri="{FF2B5EF4-FFF2-40B4-BE49-F238E27FC236}">
                <a16:creationId xmlns:a16="http://schemas.microsoft.com/office/drawing/2014/main" id="{E31D853E-BB69-1EAE-700E-C78E5FDDFC5B}"/>
              </a:ext>
            </a:extLst>
          </p:cNvPr>
          <p:cNvSpPr/>
          <p:nvPr/>
        </p:nvSpPr>
        <p:spPr>
          <a:xfrm>
            <a:off x="5842000" y="56515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1600" b="1" i="0" u="none" strike="noStrike">
                <a:latin typeface="Microsoft YaHei UI" panose="020B0503020204020204" pitchFamily="34" charset="-122"/>
                <a:ea typeface="Microsoft YaHei UI" panose="020B0503020204020204" pitchFamily="34" charset="-122"/>
                <a:cs typeface="Noto Sans SC"/>
                <a:sym typeface="Noto Sans SC"/>
              </a:rPr>
              <a:t>突出人员、设备、标准、流程与结果控制，支撑项目验收与管理决策。</a:t>
            </a:r>
            <a:endParaRPr lang="en-US" sz="16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700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适用阶段与服务价值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0250" y="1121138"/>
            <a:ext cx="10954359" cy="5323397"/>
            <a:chOff x="660400" y="1083038"/>
            <a:chExt cx="10954359" cy="5323397"/>
          </a:xfrm>
        </p:grpSpPr>
        <p:grpSp>
          <p:nvGrpSpPr>
            <p:cNvPr id="42" name="组合 41"/>
            <p:cNvGrpSpPr/>
            <p:nvPr/>
          </p:nvGrpSpPr>
          <p:grpSpPr>
            <a:xfrm>
              <a:off x="660400" y="1083038"/>
              <a:ext cx="10871200" cy="5323397"/>
              <a:chOff x="660400" y="998888"/>
              <a:chExt cx="10871200" cy="5323397"/>
            </a:xfrm>
          </p:grpSpPr>
          <p:sp>
            <p:nvSpPr>
              <p:cNvPr id="4" name="Arc 9_1"/>
              <p:cNvSpPr/>
              <p:nvPr/>
            </p:nvSpPr>
            <p:spPr>
              <a:xfrm>
                <a:off x="660400" y="5201925"/>
                <a:ext cx="10871200" cy="1043695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sp>
            <p:nvSpPr>
              <p:cNvPr id="5" name="Arc 9_1_1"/>
              <p:cNvSpPr/>
              <p:nvPr/>
            </p:nvSpPr>
            <p:spPr>
              <a:xfrm>
                <a:off x="1346200" y="4858475"/>
                <a:ext cx="9499600" cy="1053295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660400" y="169360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31" name="ComponentBackground1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2" name="Bullet1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lang="zh-CN" altLang="en-US" sz="2000" b="1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立项阶段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lang="zh-CN" altLang="en-US" sz="2000" b="1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范围识别</a:t>
                    </a:r>
                    <a:endParaRPr kumimoji="0" lang="de-DE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" name="Number1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01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2826819" y="134624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25" name="组合 24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27" name="ComponentBackground2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28" name="Bullet2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建设阶段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过程抽检</a:t>
                    </a:r>
                    <a:endParaRPr kumimoji="0" lang="de-DE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" name="Number2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02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4993238" y="99888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23" name="ComponentBackground3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24" name="Bullet3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验收阶段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结果核验</a:t>
                    </a:r>
                    <a:endParaRPr kumimoji="0" lang="de-DE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" name="Number3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03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159657" y="1437616"/>
                <a:ext cx="1964960" cy="2852052"/>
                <a:chOff x="1131454" y="2854400"/>
                <a:chExt cx="2198346" cy="3190800"/>
              </a:xfrm>
            </p:grpSpPr>
            <p:grpSp>
              <p:nvGrpSpPr>
                <p:cNvPr id="17" name="组合 16"/>
                <p:cNvGrpSpPr/>
                <p:nvPr/>
              </p:nvGrpSpPr>
              <p:grpSpPr>
                <a:xfrm>
                  <a:off x="1131454" y="3361596"/>
                  <a:ext cx="2198346" cy="2683604"/>
                  <a:chOff x="660400" y="4217034"/>
                  <a:chExt cx="2007837" cy="1884867"/>
                </a:xfrm>
              </p:grpSpPr>
              <p:sp>
                <p:nvSpPr>
                  <p:cNvPr id="19" name="ComponentBackground4"/>
                  <p:cNvSpPr/>
                  <p:nvPr/>
                </p:nvSpPr>
                <p:spPr>
                  <a:xfrm>
                    <a:off x="660400" y="4217034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20" name="Bullet4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整改阶段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问题复测</a:t>
                    </a:r>
                    <a:endParaRPr kumimoji="0" lang="de-DE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" name="Number4"/>
                <p:cNvSpPr/>
                <p:nvPr/>
              </p:nvSpPr>
              <p:spPr>
                <a:xfrm>
                  <a:off x="1727179" y="2854400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04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9326076" y="1693608"/>
                <a:ext cx="1964960" cy="2852050"/>
                <a:chOff x="1131454" y="2854401"/>
                <a:chExt cx="2198346" cy="3190798"/>
              </a:xfrm>
            </p:grpSpPr>
            <p:grpSp>
              <p:nvGrpSpPr>
                <p:cNvPr id="13" name="组合 12"/>
                <p:cNvGrpSpPr/>
                <p:nvPr/>
              </p:nvGrpSpPr>
              <p:grpSpPr>
                <a:xfrm>
                  <a:off x="1131454" y="3361595"/>
                  <a:ext cx="2198346" cy="2683604"/>
                  <a:chOff x="660400" y="4217033"/>
                  <a:chExt cx="2007837" cy="1884867"/>
                </a:xfrm>
              </p:grpSpPr>
              <p:sp>
                <p:nvSpPr>
                  <p:cNvPr id="15" name="ComponentBackground5"/>
                  <p:cNvSpPr/>
                  <p:nvPr/>
                </p:nvSpPr>
                <p:spPr>
                  <a:xfrm>
                    <a:off x="660400" y="4217033"/>
                    <a:ext cx="2007837" cy="1884867"/>
                  </a:xfrm>
                  <a:prstGeom prst="roundRect">
                    <a:avLst>
                      <a:gd name="adj" fmla="val 9478"/>
                    </a:avLst>
                  </a:prstGeom>
                  <a:gradFill>
                    <a:gsLst>
                      <a:gs pos="0">
                        <a:schemeClr val="accent1">
                          <a:lumMod val="45000"/>
                          <a:lumOff val="55000"/>
                          <a:alpha val="50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0"/>
                    </a:gra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16" name="Bullet5"/>
                  <p:cNvSpPr txBox="1"/>
                  <p:nvPr/>
                </p:nvSpPr>
                <p:spPr>
                  <a:xfrm>
                    <a:off x="707550" y="4777262"/>
                    <a:ext cx="1913537" cy="9772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运维阶段</a:t>
                    </a:r>
                  </a:p>
                  <a:p>
                    <a:pPr marL="0" marR="0" lvl="0" indent="0" algn="ctr" defTabSz="913765" rtl="0" eaLnBrk="1" fontAlgn="auto" latinLnBrk="0" hangingPunct="1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2000" b="1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Arial" panose="020B0604020202020204" pitchFamily="34" charset="0"/>
                      </a:rPr>
                      <a:t>质量评估</a:t>
                    </a:r>
                    <a:endParaRPr kumimoji="0" lang="de-DE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Microsoft YaHei UI" panose="020B0503020204020204" pitchFamily="34" charset="-122"/>
                      <a:ea typeface="Microsoft YaHei UI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" name="Number5"/>
                <p:cNvSpPr/>
                <p:nvPr/>
              </p:nvSpPr>
              <p:spPr>
                <a:xfrm>
                  <a:off x="1727179" y="2854401"/>
                  <a:ext cx="1006897" cy="10068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</a:rPr>
                    <a:t>05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</p:grpSp>
          <p:sp>
            <p:nvSpPr>
              <p:cNvPr id="12" name="Arc 9_1_1"/>
              <p:cNvSpPr/>
              <p:nvPr/>
            </p:nvSpPr>
            <p:spPr>
              <a:xfrm>
                <a:off x="2292096" y="4592173"/>
                <a:ext cx="7607808" cy="831007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sp>
            <p:nvSpPr>
              <p:cNvPr id="33" name="Title"/>
              <p:cNvSpPr>
                <a:spLocks noChangeAspect="1"/>
              </p:cNvSpPr>
              <p:nvPr/>
            </p:nvSpPr>
            <p:spPr>
              <a:xfrm>
                <a:off x="4766390" y="5862771"/>
                <a:ext cx="2480107" cy="4595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r>
                  <a:rPr lang="zh-CN" altLang="en-US" b="1">
                    <a:solidFill>
                      <a:schemeClr val="accent2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服务价值</a:t>
                </a:r>
                <a:endParaRPr lang="en-US" altLang="zh-CN" b="1" dirty="0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6" name="立方体 35"/>
              <p:cNvSpPr/>
              <p:nvPr/>
            </p:nvSpPr>
            <p:spPr>
              <a:xfrm>
                <a:off x="5670817" y="3874668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合规支撑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7" name="立方体 36"/>
              <p:cNvSpPr/>
              <p:nvPr/>
            </p:nvSpPr>
            <p:spPr>
              <a:xfrm>
                <a:off x="6872287" y="3835013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2">
                      <a:lumMod val="67000"/>
                    </a:schemeClr>
                  </a:gs>
                  <a:gs pos="48000">
                    <a:schemeClr val="accent2">
                      <a:lumMod val="97000"/>
                      <a:lumOff val="3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决策依据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8" name="立方体 37"/>
              <p:cNvSpPr/>
              <p:nvPr/>
            </p:nvSpPr>
            <p:spPr>
              <a:xfrm>
                <a:off x="8073757" y="3756221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风险识别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39" name="Arc 9_1_1"/>
              <p:cNvSpPr/>
              <p:nvPr/>
            </p:nvSpPr>
            <p:spPr>
              <a:xfrm>
                <a:off x="2292096" y="4589377"/>
                <a:ext cx="7607808" cy="831007"/>
              </a:xfrm>
              <a:prstGeom prst="ellipse">
                <a:avLst/>
              </a:prstGeom>
              <a:gradFill>
                <a:gsLst>
                  <a:gs pos="1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900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74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ym typeface="Arial" panose="020B0604020202020204" pitchFamily="34" charset="0"/>
                </a:endParaRPr>
              </a:p>
            </p:txBody>
          </p:sp>
          <p:sp>
            <p:nvSpPr>
              <p:cNvPr id="40" name="立方体 39"/>
              <p:cNvSpPr/>
              <p:nvPr/>
            </p:nvSpPr>
            <p:spPr>
              <a:xfrm>
                <a:off x="3144373" y="3756221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质量把关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41" name="立方体 40"/>
              <p:cNvSpPr/>
              <p:nvPr/>
            </p:nvSpPr>
            <p:spPr>
              <a:xfrm>
                <a:off x="4381113" y="3871872"/>
                <a:ext cx="812427" cy="1366363"/>
              </a:xfrm>
              <a:prstGeom prst="cube">
                <a:avLst>
                  <a:gd name="adj" fmla="val 18095"/>
                </a:avLst>
              </a:prstGeom>
              <a:gradFill flip="none" rotWithShape="1">
                <a:gsLst>
                  <a:gs pos="0">
                    <a:schemeClr val="accent2">
                      <a:lumMod val="67000"/>
                    </a:schemeClr>
                  </a:gs>
                  <a:gs pos="48000">
                    <a:schemeClr val="accent2">
                      <a:lumMod val="97000"/>
                      <a:lumOff val="3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结果留痕</a:t>
                </a:r>
                <a:endParaRPr lang="zh-CN" altLang="en-US" sz="16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sp>
          <p:nvSpPr>
            <p:cNvPr id="43" name="Title"/>
            <p:cNvSpPr>
              <a:spLocks noChangeAspect="1"/>
            </p:cNvSpPr>
            <p:nvPr/>
          </p:nvSpPr>
          <p:spPr>
            <a:xfrm rot="370509">
              <a:off x="852826" y="5759729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统一依据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4" name="Title"/>
            <p:cNvSpPr>
              <a:spLocks noChangeAspect="1"/>
            </p:cNvSpPr>
            <p:nvPr/>
          </p:nvSpPr>
          <p:spPr>
            <a:xfrm>
              <a:off x="2621293" y="5895613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统一方法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5" name="Title"/>
            <p:cNvSpPr>
              <a:spLocks noChangeAspect="1"/>
            </p:cNvSpPr>
            <p:nvPr/>
          </p:nvSpPr>
          <p:spPr>
            <a:xfrm rot="21192967">
              <a:off x="9134652" y="5721097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统一交付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Title"/>
            <p:cNvSpPr>
              <a:spLocks noChangeAspect="1"/>
            </p:cNvSpPr>
            <p:nvPr/>
          </p:nvSpPr>
          <p:spPr>
            <a:xfrm rot="21400895">
              <a:off x="6734270" y="5918326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600" b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统一记录</a:t>
              </a:r>
              <a:endParaRPr lang="en-US" altLang="zh-CN" sz="1600" b="1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1" name="Title"/>
            <p:cNvSpPr>
              <a:spLocks noChangeAspect="1"/>
            </p:cNvSpPr>
            <p:nvPr/>
          </p:nvSpPr>
          <p:spPr>
            <a:xfrm rot="370509">
              <a:off x="1105888" y="5321001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项目准备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2" name="Title"/>
            <p:cNvSpPr>
              <a:spLocks noChangeAspect="1"/>
            </p:cNvSpPr>
            <p:nvPr/>
          </p:nvSpPr>
          <p:spPr>
            <a:xfrm rot="192886">
              <a:off x="3056295" y="5466732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建设实施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3" name="Title"/>
            <p:cNvSpPr>
              <a:spLocks noChangeAspect="1"/>
            </p:cNvSpPr>
            <p:nvPr/>
          </p:nvSpPr>
          <p:spPr>
            <a:xfrm rot="21192967">
              <a:off x="8548315" y="5319853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持续优化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4" name="Title"/>
            <p:cNvSpPr>
              <a:spLocks noChangeAspect="1"/>
            </p:cNvSpPr>
            <p:nvPr/>
          </p:nvSpPr>
          <p:spPr>
            <a:xfrm rot="21355094">
              <a:off x="6573665" y="5476386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审计复核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5" name="Title"/>
            <p:cNvSpPr>
              <a:spLocks noChangeAspect="1"/>
            </p:cNvSpPr>
            <p:nvPr/>
          </p:nvSpPr>
          <p:spPr>
            <a:xfrm>
              <a:off x="4783668" y="5544078"/>
              <a:ext cx="2480107" cy="4595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1500" b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成果验收</a:t>
              </a:r>
              <a:endParaRPr lang="en-US" altLang="zh-CN" sz="15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9720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NmY5ZTg0NTAyMjY3YzQ5NzVlMjRhMTY3MjBkMWY3YjEifQ==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C66B8"/>
      </a:accent1>
      <a:accent2>
        <a:srgbClr val="2DA8F3"/>
      </a:accent2>
      <a:accent3>
        <a:srgbClr val="3CC2D0"/>
      </a:accent3>
      <a:accent4>
        <a:srgbClr val="50CB8E"/>
      </a:accent4>
      <a:accent5>
        <a:srgbClr val="A1A1A1"/>
      </a:accent5>
      <a:accent6>
        <a:srgbClr val="C9C9C9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2699</TotalTime>
  <Words>690</Words>
  <Application>Microsoft Office PowerPoint</Application>
  <PresentationFormat>宽屏</PresentationFormat>
  <Paragraphs>155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Microsoft YaHei UI</vt:lpstr>
      <vt:lpstr>等线</vt:lpstr>
      <vt:lpstr>Arial</vt:lpstr>
      <vt:lpstr>Designed by iSlide</vt:lpstr>
      <vt:lpstr>深圳智信方略工程咨询有限公司</vt:lpstr>
      <vt:lpstr>第三方检测服务</vt:lpstr>
      <vt:lpstr>服务定位</vt:lpstr>
      <vt:lpstr>资质与核心能力</vt:lpstr>
      <vt:lpstr>标准依据与评价维度</vt:lpstr>
      <vt:lpstr>检测服务矩阵</vt:lpstr>
      <vt:lpstr>测试流程与交付</vt:lpstr>
      <vt:lpstr>人员与质量保障</vt:lpstr>
      <vt:lpstr>适用阶段与服务价值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深圳智信方略工程咨询有限公司</dc:title>
  <dc:creator>iSlide</dc:creator>
  <cp:lastModifiedBy>应燊 邓</cp:lastModifiedBy>
  <cp:revision>105</cp:revision>
  <cp:lastPrinted>2024-04-15T00:00:00Z</cp:lastPrinted>
  <dcterms:created xsi:type="dcterms:W3CDTF">2024-04-15T00:00:00Z</dcterms:created>
  <dcterms:modified xsi:type="dcterms:W3CDTF">2026-03-20T09:53:54Z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f619608d-3d33-4e2c-8b59-7200a9dc97c8</vt:lpwstr>
  </property>
  <property fmtid="{D5CDD505-2E9C-101B-9397-08002B2CF9AE}" pid="3" name="ICV">
    <vt:lpwstr>BFFD8159A32E41E08F631444F9D19C61_12</vt:lpwstr>
  </property>
  <property fmtid="{D5CDD505-2E9C-101B-9397-08002B2CF9AE}" pid="4" name="KSOProductBuildVer">
    <vt:lpwstr>2052-12.1.0.18276</vt:lpwstr>
  </property>
</Properties>
</file>